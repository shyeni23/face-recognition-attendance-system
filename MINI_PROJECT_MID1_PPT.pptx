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13"/>
  </p:notesMasterIdLst>
  <p:sldIdLst>
    <p:sldId id="256" r:id="rId2"/>
    <p:sldId id="260" r:id="rId3"/>
    <p:sldId id="261" r:id="rId4"/>
    <p:sldId id="257" r:id="rId5"/>
    <p:sldId id="259" r:id="rId6"/>
    <p:sldId id="262" r:id="rId7"/>
    <p:sldId id="263" r:id="rId8"/>
    <p:sldId id="266" r:id="rId9"/>
    <p:sldId id="265" r:id="rId10"/>
    <p:sldId id="264" r:id="rId11"/>
    <p:sldId id="258" r:id="rId12"/>
  </p:sldIdLst>
  <p:sldSz cx="9144000" cy="5143500" type="screen16x9"/>
  <p:notesSz cx="6858000" cy="9144000"/>
  <p:embeddedFontLst>
    <p:embeddedFont>
      <p:font typeface="Archivo" panose="020B0604020202020204" charset="0"/>
      <p:regular r:id="rId14"/>
      <p:bold r:id="rId15"/>
      <p:italic r:id="rId16"/>
      <p:boldItalic r:id="rId17"/>
    </p:embeddedFont>
    <p:embeddedFont>
      <p:font typeface="Hanken Grotesk" panose="020B0604020202020204" charset="0"/>
      <p:regular r:id="rId18"/>
      <p:bold r:id="rId19"/>
      <p:italic r:id="rId20"/>
      <p:boldItalic r:id="rId21"/>
    </p:embeddedFont>
    <p:embeddedFont>
      <p:font typeface="Raleway" pitchFamily="2" charset="0"/>
      <p:regular r:id="rId22"/>
      <p:bold r:id="rId23"/>
      <p:italic r:id="rId24"/>
      <p:boldItalic r:id="rId25"/>
    </p:embeddedFont>
    <p:embeddedFont>
      <p:font typeface="Red Hat Mono" panose="020B0604020202020204" charset="0"/>
      <p:regular r:id="rId26"/>
      <p:bold r:id="rId27"/>
      <p:italic r:id="rId28"/>
      <p:boldItalic r:id="rId29"/>
    </p:embeddedFont>
    <p:embeddedFont>
      <p:font typeface="VT323" panose="020B0604020202020204" charset="0"/>
      <p:regular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4497DA8-22A3-4F3B-93D8-FE37CC0D7C5C}">
  <a:tblStyle styleId="{D4497DA8-22A3-4F3B-93D8-FE37CC0D7C5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0" d="100"/>
          <a:sy n="100" d="100"/>
        </p:scale>
        <p:origin x="58" y="5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font" Target="fonts/font17.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af8ba4015d_1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af8ba4015d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3fb61485ab_0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e1d838b627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e1d838b627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e1d838b627_4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e1d838b627_4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e1d838b627_4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e1d838b627_4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e1d838b627_4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e1d838b627_4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647CF121-E6E2-6E88-2F60-040C7A5BA374}"/>
            </a:ext>
          </a:extLst>
        </p:cNvPr>
        <p:cNvGrpSpPr/>
        <p:nvPr/>
      </p:nvGrpSpPr>
      <p:grpSpPr>
        <a:xfrm>
          <a:off x="0" y="0"/>
          <a:ext cx="0" cy="0"/>
          <a:chOff x="0" y="0"/>
          <a:chExt cx="0" cy="0"/>
        </a:xfrm>
      </p:grpSpPr>
      <p:sp>
        <p:nvSpPr>
          <p:cNvPr id="231" name="Google Shape;231;ge1d838b627_4_100:notes">
            <a:extLst>
              <a:ext uri="{FF2B5EF4-FFF2-40B4-BE49-F238E27FC236}">
                <a16:creationId xmlns:a16="http://schemas.microsoft.com/office/drawing/2014/main" id="{A6BD816D-9C1E-CE12-662E-16A7F2206C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e1d838b627_4_100:notes">
            <a:extLst>
              <a:ext uri="{FF2B5EF4-FFF2-40B4-BE49-F238E27FC236}">
                <a16:creationId xmlns:a16="http://schemas.microsoft.com/office/drawing/2014/main" id="{134BD182-B836-8E28-3362-4ED576D65D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01838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e1d838b627_4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e1d838b627_4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e1d838b627_4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e1d838b627_4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e1d838b627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e1d838b627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title="tech.png"/>
          <p:cNvPicPr preferRelativeResize="0"/>
          <p:nvPr/>
        </p:nvPicPr>
        <p:blipFill rotWithShape="1">
          <a:blip r:embed="rId2">
            <a:alphaModFix amt="66000"/>
          </a:blip>
          <a:srcRect l="16170" r="18704"/>
          <a:stretch/>
        </p:blipFill>
        <p:spPr>
          <a:xfrm>
            <a:off x="1457611" y="-3227699"/>
            <a:ext cx="9692323" cy="8371199"/>
          </a:xfrm>
          <a:prstGeom prst="rect">
            <a:avLst/>
          </a:prstGeom>
          <a:noFill/>
          <a:ln>
            <a:noFill/>
          </a:ln>
        </p:spPr>
      </p:pic>
      <p:sp>
        <p:nvSpPr>
          <p:cNvPr id="10" name="Google Shape;10;p2"/>
          <p:cNvSpPr txBox="1">
            <a:spLocks noGrp="1"/>
          </p:cNvSpPr>
          <p:nvPr>
            <p:ph type="ctrTitle"/>
          </p:nvPr>
        </p:nvSpPr>
        <p:spPr>
          <a:xfrm>
            <a:off x="1653000" y="1899963"/>
            <a:ext cx="3174000" cy="687600"/>
          </a:xfrm>
          <a:prstGeom prst="rect">
            <a:avLst/>
          </a:prstGeom>
        </p:spPr>
        <p:txBody>
          <a:bodyPr spcFirstLastPara="1" wrap="square" lIns="91425" tIns="91425" rIns="91425" bIns="91425" anchor="ctr" anchorCtr="0">
            <a:noAutofit/>
          </a:bodyPr>
          <a:lstStyle>
            <a:lvl1pPr lvl="0">
              <a:lnSpc>
                <a:spcPct val="85000"/>
              </a:lnSpc>
              <a:spcBef>
                <a:spcPts val="0"/>
              </a:spcBef>
              <a:spcAft>
                <a:spcPts val="0"/>
              </a:spcAft>
              <a:buClr>
                <a:srgbClr val="191919"/>
              </a:buClr>
              <a:buSzPts val="5200"/>
              <a:buNone/>
              <a:defRPr sz="3400" b="0" i="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1666200" y="2389438"/>
            <a:ext cx="1696800" cy="854100"/>
          </a:xfrm>
          <a:prstGeom prst="rect">
            <a:avLst/>
          </a:prstGeom>
          <a:ln>
            <a:noFill/>
          </a:ln>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2" name="Google Shape;12;p2"/>
          <p:cNvSpPr txBox="1">
            <a:spLocks noGrp="1"/>
          </p:cNvSpPr>
          <p:nvPr>
            <p:ph type="ctrTitle" idx="2"/>
          </p:nvPr>
        </p:nvSpPr>
        <p:spPr>
          <a:xfrm>
            <a:off x="5182500" y="449702"/>
            <a:ext cx="2308500" cy="4244100"/>
          </a:xfrm>
          <a:prstGeom prst="rect">
            <a:avLst/>
          </a:prstGeom>
        </p:spPr>
        <p:txBody>
          <a:bodyPr spcFirstLastPara="1" wrap="square" lIns="91425" tIns="91425" rIns="91425" bIns="91425" anchor="ctr" anchorCtr="0">
            <a:noAutofit/>
          </a:bodyPr>
          <a:lstStyle>
            <a:lvl1pPr lvl="0" algn="ctr">
              <a:lnSpc>
                <a:spcPct val="70000"/>
              </a:lnSpc>
              <a:spcBef>
                <a:spcPts val="0"/>
              </a:spcBef>
              <a:spcAft>
                <a:spcPts val="0"/>
              </a:spcAft>
              <a:buClr>
                <a:srgbClr val="191919"/>
              </a:buClr>
              <a:buSzPts val="5200"/>
              <a:buNone/>
              <a:defRPr sz="19100" b="0" i="0">
                <a:latin typeface="VT323"/>
                <a:ea typeface="VT323"/>
                <a:cs typeface="VT323"/>
                <a:sym typeface="VT323"/>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pic>
        <p:nvPicPr>
          <p:cNvPr id="14" name="Google Shape;14;p3" title="tech.png"/>
          <p:cNvPicPr preferRelativeResize="0"/>
          <p:nvPr/>
        </p:nvPicPr>
        <p:blipFill rotWithShape="1">
          <a:blip r:embed="rId2">
            <a:alphaModFix amt="56000"/>
          </a:blip>
          <a:srcRect l="16170" r="18704"/>
          <a:stretch/>
        </p:blipFill>
        <p:spPr>
          <a:xfrm>
            <a:off x="-402625" y="1369750"/>
            <a:ext cx="7337952" cy="5739150"/>
          </a:xfrm>
          <a:prstGeom prst="rect">
            <a:avLst/>
          </a:prstGeom>
          <a:noFill/>
          <a:ln>
            <a:noFill/>
          </a:ln>
        </p:spPr>
      </p:pic>
      <p:sp>
        <p:nvSpPr>
          <p:cNvPr id="15" name="Google Shape;15;p3"/>
          <p:cNvSpPr txBox="1">
            <a:spLocks noGrp="1"/>
          </p:cNvSpPr>
          <p:nvPr>
            <p:ph type="title"/>
          </p:nvPr>
        </p:nvSpPr>
        <p:spPr>
          <a:xfrm>
            <a:off x="4256688" y="2401800"/>
            <a:ext cx="4658700" cy="527400"/>
          </a:xfrm>
          <a:prstGeom prst="rect">
            <a:avLst/>
          </a:prstGeom>
          <a:ln>
            <a:noFill/>
          </a:ln>
        </p:spPr>
        <p:txBody>
          <a:bodyPr spcFirstLastPara="1" wrap="square" lIns="91425" tIns="91425" rIns="91425" bIns="91425" anchor="t" anchorCtr="0">
            <a:noAutofit/>
          </a:bodyPr>
          <a:lstStyle>
            <a:lvl1pPr lvl="0">
              <a:lnSpc>
                <a:spcPct val="85000"/>
              </a:lnSpc>
              <a:spcBef>
                <a:spcPts val="0"/>
              </a:spcBef>
              <a:spcAft>
                <a:spcPts val="0"/>
              </a:spcAft>
              <a:buSzPts val="3600"/>
              <a:buNone/>
              <a:defRPr sz="3000" b="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title" idx="2" hasCustomPrompt="1"/>
          </p:nvPr>
        </p:nvSpPr>
        <p:spPr>
          <a:xfrm>
            <a:off x="228600" y="1498357"/>
            <a:ext cx="3009300" cy="2066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17100" b="0">
                <a:latin typeface="VT323"/>
                <a:ea typeface="VT323"/>
                <a:cs typeface="VT323"/>
                <a:sym typeface="VT323"/>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a:endParaRPr/>
          </a:p>
        </p:txBody>
      </p:sp>
      <p:sp>
        <p:nvSpPr>
          <p:cNvPr id="19" name="Google Shape;19;p4"/>
          <p:cNvSpPr txBox="1">
            <a:spLocks noGrp="1"/>
          </p:cNvSpPr>
          <p:nvPr>
            <p:ph type="body" idx="1"/>
          </p:nvPr>
        </p:nvSpPr>
        <p:spPr>
          <a:xfrm>
            <a:off x="720000" y="1152475"/>
            <a:ext cx="7704000" cy="3416400"/>
          </a:xfrm>
          <a:prstGeom prst="rect">
            <a:avLst/>
          </a:prstGeom>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accent1"/>
              </a:buClr>
              <a:buSzPts val="1800"/>
              <a:buFont typeface="Darker Grotesque SemiBold"/>
              <a:buChar char="●"/>
              <a:defRPr sz="1200">
                <a:solidFill>
                  <a:srgbClr val="434343"/>
                </a:solidFill>
              </a:defRPr>
            </a:lvl1pPr>
            <a:lvl2pPr marL="914400" lvl="1" indent="-317500" rtl="0">
              <a:lnSpc>
                <a:spcPct val="115000"/>
              </a:lnSpc>
              <a:spcBef>
                <a:spcPts val="0"/>
              </a:spcBef>
              <a:spcAft>
                <a:spcPts val="0"/>
              </a:spcAft>
              <a:buClr>
                <a:srgbClr val="15325B"/>
              </a:buClr>
              <a:buSzPts val="1400"/>
              <a:buFont typeface="Darker Grotesque SemiBold"/>
              <a:buChar char="○"/>
              <a:defRPr>
                <a:solidFill>
                  <a:srgbClr val="434343"/>
                </a:solidFill>
              </a:defRPr>
            </a:lvl2pPr>
            <a:lvl3pPr marL="1371600" lvl="2" indent="-317500" rtl="0">
              <a:lnSpc>
                <a:spcPct val="115000"/>
              </a:lnSpc>
              <a:spcBef>
                <a:spcPts val="0"/>
              </a:spcBef>
              <a:spcAft>
                <a:spcPts val="0"/>
              </a:spcAft>
              <a:buClr>
                <a:srgbClr val="15325B"/>
              </a:buClr>
              <a:buSzPts val="1400"/>
              <a:buFont typeface="Darker Grotesque SemiBold"/>
              <a:buChar char="■"/>
              <a:defRPr>
                <a:solidFill>
                  <a:srgbClr val="434343"/>
                </a:solidFill>
              </a:defRPr>
            </a:lvl3pPr>
            <a:lvl4pPr marL="1828800" lvl="3" indent="-317500" rtl="0">
              <a:lnSpc>
                <a:spcPct val="115000"/>
              </a:lnSpc>
              <a:spcBef>
                <a:spcPts val="0"/>
              </a:spcBef>
              <a:spcAft>
                <a:spcPts val="0"/>
              </a:spcAft>
              <a:buClr>
                <a:srgbClr val="15325B"/>
              </a:buClr>
              <a:buSzPts val="1400"/>
              <a:buFont typeface="Darker Grotesque SemiBold"/>
              <a:buChar char="●"/>
              <a:defRPr>
                <a:solidFill>
                  <a:srgbClr val="434343"/>
                </a:solidFill>
              </a:defRPr>
            </a:lvl4pPr>
            <a:lvl5pPr marL="2286000" lvl="4" indent="-317500" rtl="0">
              <a:lnSpc>
                <a:spcPct val="115000"/>
              </a:lnSpc>
              <a:spcBef>
                <a:spcPts val="0"/>
              </a:spcBef>
              <a:spcAft>
                <a:spcPts val="0"/>
              </a:spcAft>
              <a:buClr>
                <a:srgbClr val="15325B"/>
              </a:buClr>
              <a:buSzPts val="1400"/>
              <a:buFont typeface="Darker Grotesque SemiBold"/>
              <a:buChar char="○"/>
              <a:defRPr>
                <a:solidFill>
                  <a:srgbClr val="434343"/>
                </a:solidFill>
              </a:defRPr>
            </a:lvl5pPr>
            <a:lvl6pPr marL="2743200" lvl="5" indent="-317500" rtl="0">
              <a:lnSpc>
                <a:spcPct val="115000"/>
              </a:lnSpc>
              <a:spcBef>
                <a:spcPts val="0"/>
              </a:spcBef>
              <a:spcAft>
                <a:spcPts val="0"/>
              </a:spcAft>
              <a:buClr>
                <a:srgbClr val="15325B"/>
              </a:buClr>
              <a:buSzPts val="1400"/>
              <a:buFont typeface="Darker Grotesque SemiBold"/>
              <a:buChar char="■"/>
              <a:defRPr>
                <a:solidFill>
                  <a:srgbClr val="434343"/>
                </a:solidFill>
              </a:defRPr>
            </a:lvl6pPr>
            <a:lvl7pPr marL="3200400" lvl="6" indent="-317500" rtl="0">
              <a:lnSpc>
                <a:spcPct val="115000"/>
              </a:lnSpc>
              <a:spcBef>
                <a:spcPts val="0"/>
              </a:spcBef>
              <a:spcAft>
                <a:spcPts val="0"/>
              </a:spcAft>
              <a:buClr>
                <a:srgbClr val="15325B"/>
              </a:buClr>
              <a:buSzPts val="1400"/>
              <a:buFont typeface="Darker Grotesque SemiBold"/>
              <a:buChar char="●"/>
              <a:defRPr>
                <a:solidFill>
                  <a:srgbClr val="434343"/>
                </a:solidFill>
              </a:defRPr>
            </a:lvl7pPr>
            <a:lvl8pPr marL="3657600" lvl="7" indent="-317500" rtl="0">
              <a:lnSpc>
                <a:spcPct val="115000"/>
              </a:lnSpc>
              <a:spcBef>
                <a:spcPts val="0"/>
              </a:spcBef>
              <a:spcAft>
                <a:spcPts val="0"/>
              </a:spcAft>
              <a:buClr>
                <a:srgbClr val="15325B"/>
              </a:buClr>
              <a:buSzPts val="1400"/>
              <a:buFont typeface="Darker Grotesque SemiBold"/>
              <a:buChar char="○"/>
              <a:defRPr>
                <a:solidFill>
                  <a:srgbClr val="434343"/>
                </a:solidFill>
              </a:defRPr>
            </a:lvl8pPr>
            <a:lvl9pPr marL="4114800" lvl="8" indent="-317500" rtl="0">
              <a:lnSpc>
                <a:spcPct val="115000"/>
              </a:lnSpc>
              <a:spcBef>
                <a:spcPts val="0"/>
              </a:spcBef>
              <a:spcAft>
                <a:spcPts val="0"/>
              </a:spcAft>
              <a:buClr>
                <a:srgbClr val="15325B"/>
              </a:buClr>
              <a:buSzPts val="1400"/>
              <a:buFont typeface="Darker Grotesque SemiBold"/>
              <a:buChar char="■"/>
              <a:defRPr>
                <a:solidFill>
                  <a:srgbClr val="434343"/>
                </a:solidFill>
              </a:defRPr>
            </a:lvl9pPr>
          </a:lstStyle>
          <a:p>
            <a:endParaRPr/>
          </a:p>
        </p:txBody>
      </p:sp>
      <p:pic>
        <p:nvPicPr>
          <p:cNvPr id="20" name="Google Shape;20;p4" title="tech.png"/>
          <p:cNvPicPr preferRelativeResize="0"/>
          <p:nvPr/>
        </p:nvPicPr>
        <p:blipFill rotWithShape="1">
          <a:blip r:embed="rId2">
            <a:alphaModFix amt="56000"/>
          </a:blip>
          <a:srcRect l="16170" r="18704"/>
          <a:stretch/>
        </p:blipFill>
        <p:spPr>
          <a:xfrm rot="-7459296">
            <a:off x="6267849" y="-814076"/>
            <a:ext cx="7337954" cy="573915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txBox="1">
            <a:spLocks noGrp="1"/>
          </p:cNvSpPr>
          <p:nvPr>
            <p:ph type="subTitle" idx="1"/>
          </p:nvPr>
        </p:nvSpPr>
        <p:spPr>
          <a:xfrm>
            <a:off x="1987354" y="1276075"/>
            <a:ext cx="5169300" cy="5727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Raleway"/>
              <a:buNone/>
              <a:defRPr sz="2100">
                <a:solidFill>
                  <a:schemeClr val="dk2"/>
                </a:solidFill>
                <a:latin typeface="Red Hat Mono"/>
                <a:ea typeface="Red Hat Mono"/>
                <a:cs typeface="Red Hat Mono"/>
                <a:sym typeface="Red Hat Mono"/>
              </a:defRPr>
            </a:lvl1pPr>
            <a:lvl2pPr lvl="1" algn="ctr">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3" name="Google Shape;23;p5"/>
          <p:cNvSpPr txBox="1">
            <a:spLocks noGrp="1"/>
          </p:cNvSpPr>
          <p:nvPr>
            <p:ph type="subTitle" idx="2"/>
          </p:nvPr>
        </p:nvSpPr>
        <p:spPr>
          <a:xfrm>
            <a:off x="1987354" y="3220595"/>
            <a:ext cx="5169300" cy="572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100">
                <a:solidFill>
                  <a:schemeClr val="dk2"/>
                </a:solidFill>
                <a:latin typeface="Red Hat Mono"/>
                <a:ea typeface="Red Hat Mono"/>
                <a:cs typeface="Red Hat Mono"/>
                <a:sym typeface="Red Hat Mono"/>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4" name="Google Shape;24;p5"/>
          <p:cNvSpPr txBox="1">
            <a:spLocks noGrp="1"/>
          </p:cNvSpPr>
          <p:nvPr>
            <p:ph type="subTitle" idx="3"/>
          </p:nvPr>
        </p:nvSpPr>
        <p:spPr>
          <a:xfrm>
            <a:off x="1987350" y="1756451"/>
            <a:ext cx="5169300" cy="800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 name="Google Shape;25;p5"/>
          <p:cNvSpPr txBox="1">
            <a:spLocks noGrp="1"/>
          </p:cNvSpPr>
          <p:nvPr>
            <p:ph type="subTitle" idx="4"/>
          </p:nvPr>
        </p:nvSpPr>
        <p:spPr>
          <a:xfrm>
            <a:off x="1987350" y="3700970"/>
            <a:ext cx="5169300" cy="800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 name="Google Shape;26;p5"/>
          <p:cNvSpPr txBox="1">
            <a:spLocks noGrp="1"/>
          </p:cNvSpPr>
          <p:nvPr>
            <p:ph type="title"/>
          </p:nvPr>
        </p:nvSpPr>
        <p:spPr>
          <a:xfrm>
            <a:off x="228600" y="329146"/>
            <a:ext cx="8686800" cy="572700"/>
          </a:xfrm>
          <a:prstGeom prst="rect">
            <a:avLst/>
          </a:prstGeom>
          <a:ln>
            <a:noFill/>
          </a:ln>
        </p:spPr>
        <p:txBody>
          <a:bodyPr spcFirstLastPara="1" wrap="square" lIns="91425" tIns="91425" rIns="91425" bIns="91425" anchor="t" anchorCtr="0">
            <a:noAutofit/>
          </a:bodyPr>
          <a:lstStyle>
            <a:lvl1pPr lvl="0">
              <a:spcBef>
                <a:spcPts val="0"/>
              </a:spcBef>
              <a:spcAft>
                <a:spcPts val="0"/>
              </a:spcAft>
              <a:buSzPts val="2600"/>
              <a:buNone/>
              <a:defRPr sz="2600" b="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pic>
        <p:nvPicPr>
          <p:cNvPr id="27" name="Google Shape;27;p5" title="tech.png"/>
          <p:cNvPicPr preferRelativeResize="0"/>
          <p:nvPr/>
        </p:nvPicPr>
        <p:blipFill rotWithShape="1">
          <a:blip r:embed="rId2">
            <a:alphaModFix amt="56000"/>
          </a:blip>
          <a:srcRect l="16170" r="18704"/>
          <a:stretch/>
        </p:blipFill>
        <p:spPr>
          <a:xfrm rot="-10530784">
            <a:off x="-3574327" y="90649"/>
            <a:ext cx="7337953" cy="573915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228600" y="344189"/>
            <a:ext cx="8686800" cy="572700"/>
          </a:xfrm>
          <a:prstGeom prst="rect">
            <a:avLst/>
          </a:prstGeom>
          <a:ln>
            <a:noFill/>
          </a:ln>
        </p:spPr>
        <p:txBody>
          <a:bodyPr spcFirstLastPara="1" wrap="square" lIns="91425" tIns="91425" rIns="91425" bIns="91425" anchor="t" anchorCtr="0">
            <a:noAutofit/>
          </a:bodyPr>
          <a:lstStyle>
            <a:lvl1pPr lvl="0" algn="r" rtl="0">
              <a:spcBef>
                <a:spcPts val="0"/>
              </a:spcBef>
              <a:spcAft>
                <a:spcPts val="0"/>
              </a:spcAft>
              <a:buSzPts val="2600"/>
              <a:buNone/>
              <a:defRPr sz="2600" b="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pic>
        <p:nvPicPr>
          <p:cNvPr id="30" name="Google Shape;30;p6" title="tech.png"/>
          <p:cNvPicPr preferRelativeResize="0"/>
          <p:nvPr/>
        </p:nvPicPr>
        <p:blipFill rotWithShape="1">
          <a:blip r:embed="rId2">
            <a:alphaModFix amt="56000"/>
          </a:blip>
          <a:srcRect l="16170" r="18704"/>
          <a:stretch/>
        </p:blipFill>
        <p:spPr>
          <a:xfrm>
            <a:off x="-4048425" y="166850"/>
            <a:ext cx="7337952" cy="57391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228600" y="228600"/>
            <a:ext cx="3998400" cy="1445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600"/>
              <a:buNone/>
              <a:defRPr sz="26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
        <p:nvSpPr>
          <p:cNvPr id="33" name="Google Shape;33;p7"/>
          <p:cNvSpPr txBox="1">
            <a:spLocks noGrp="1"/>
          </p:cNvSpPr>
          <p:nvPr>
            <p:ph type="body" idx="1"/>
          </p:nvPr>
        </p:nvSpPr>
        <p:spPr>
          <a:xfrm>
            <a:off x="1609625" y="2066125"/>
            <a:ext cx="3824100" cy="25326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34" name="Google Shape;34;p7"/>
          <p:cNvSpPr>
            <a:spLocks noGrp="1"/>
          </p:cNvSpPr>
          <p:nvPr>
            <p:ph type="pic" idx="2"/>
          </p:nvPr>
        </p:nvSpPr>
        <p:spPr>
          <a:xfrm>
            <a:off x="5715849" y="0"/>
            <a:ext cx="3428100" cy="5143500"/>
          </a:xfrm>
          <a:prstGeom prst="rect">
            <a:avLst/>
          </a:prstGeom>
          <a:noFill/>
          <a:ln>
            <a:noFill/>
          </a:ln>
        </p:spPr>
      </p:sp>
      <p:pic>
        <p:nvPicPr>
          <p:cNvPr id="35" name="Google Shape;35;p7" title="tech.png"/>
          <p:cNvPicPr preferRelativeResize="0"/>
          <p:nvPr/>
        </p:nvPicPr>
        <p:blipFill rotWithShape="1">
          <a:blip r:embed="rId2">
            <a:alphaModFix amt="56000"/>
          </a:blip>
          <a:srcRect l="16170" r="18704"/>
          <a:stretch/>
        </p:blipFill>
        <p:spPr>
          <a:xfrm>
            <a:off x="-2840400" y="2963700"/>
            <a:ext cx="7337952" cy="57391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pic>
        <p:nvPicPr>
          <p:cNvPr id="37" name="Google Shape;37;p8" title="tech.png"/>
          <p:cNvPicPr preferRelativeResize="0"/>
          <p:nvPr/>
        </p:nvPicPr>
        <p:blipFill rotWithShape="1">
          <a:blip r:embed="rId2">
            <a:alphaModFix amt="56000"/>
          </a:blip>
          <a:srcRect l="16170" r="18704"/>
          <a:stretch/>
        </p:blipFill>
        <p:spPr>
          <a:xfrm rot="6267889">
            <a:off x="762674" y="-3144201"/>
            <a:ext cx="7337953" cy="5739151"/>
          </a:xfrm>
          <a:prstGeom prst="rect">
            <a:avLst/>
          </a:prstGeom>
          <a:noFill/>
          <a:ln>
            <a:noFill/>
          </a:ln>
        </p:spPr>
      </p:pic>
      <p:sp>
        <p:nvSpPr>
          <p:cNvPr id="38" name="Google Shape;38;p8"/>
          <p:cNvSpPr txBox="1">
            <a:spLocks noGrp="1"/>
          </p:cNvSpPr>
          <p:nvPr>
            <p:ph type="title"/>
          </p:nvPr>
        </p:nvSpPr>
        <p:spPr>
          <a:xfrm>
            <a:off x="1388100" y="1307100"/>
            <a:ext cx="6367800" cy="25293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txBox="1">
            <a:spLocks noGrp="1"/>
          </p:cNvSpPr>
          <p:nvPr>
            <p:ph type="subTitle" idx="1"/>
          </p:nvPr>
        </p:nvSpPr>
        <p:spPr>
          <a:xfrm>
            <a:off x="720064" y="1580125"/>
            <a:ext cx="3597000" cy="238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41" name="Google Shape;41;p9"/>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2600"/>
              <a:buNone/>
              <a:defRPr sz="26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
        <p:nvSpPr>
          <p:cNvPr id="42" name="Google Shape;42;p9"/>
          <p:cNvSpPr txBox="1">
            <a:spLocks noGrp="1"/>
          </p:cNvSpPr>
          <p:nvPr>
            <p:ph type="subTitle" idx="2"/>
          </p:nvPr>
        </p:nvSpPr>
        <p:spPr>
          <a:xfrm>
            <a:off x="4826936" y="1580125"/>
            <a:ext cx="3597000" cy="238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pic>
        <p:nvPicPr>
          <p:cNvPr id="43" name="Google Shape;43;p9" title="tech.png"/>
          <p:cNvPicPr preferRelativeResize="0"/>
          <p:nvPr/>
        </p:nvPicPr>
        <p:blipFill rotWithShape="1">
          <a:blip r:embed="rId2">
            <a:alphaModFix amt="56000"/>
          </a:blip>
          <a:srcRect l="16170" r="18704"/>
          <a:stretch/>
        </p:blipFill>
        <p:spPr>
          <a:xfrm flipH="1">
            <a:off x="1806050" y="3231600"/>
            <a:ext cx="7337952" cy="57391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4"/>
        <p:cNvGrpSpPr/>
        <p:nvPr/>
      </p:nvGrpSpPr>
      <p:grpSpPr>
        <a:xfrm>
          <a:off x="0" y="0"/>
          <a:ext cx="0" cy="0"/>
          <a:chOff x="0" y="0"/>
          <a:chExt cx="0" cy="0"/>
        </a:xfrm>
      </p:grpSpPr>
      <p:sp>
        <p:nvSpPr>
          <p:cNvPr id="45" name="Google Shape;45;p10"/>
          <p:cNvSpPr>
            <a:spLocks noGrp="1"/>
          </p:cNvSpPr>
          <p:nvPr>
            <p:ph type="pic" idx="2"/>
          </p:nvPr>
        </p:nvSpPr>
        <p:spPr>
          <a:xfrm>
            <a:off x="0" y="0"/>
            <a:ext cx="9144000" cy="5143500"/>
          </a:xfrm>
          <a:prstGeom prst="rect">
            <a:avLst/>
          </a:prstGeom>
          <a:noFill/>
          <a:ln>
            <a:noFill/>
          </a:ln>
        </p:spPr>
      </p:sp>
      <p:sp>
        <p:nvSpPr>
          <p:cNvPr id="46" name="Google Shape;46;p10"/>
          <p:cNvSpPr txBox="1">
            <a:spLocks noGrp="1"/>
          </p:cNvSpPr>
          <p:nvPr>
            <p:ph type="title"/>
          </p:nvPr>
        </p:nvSpPr>
        <p:spPr>
          <a:xfrm>
            <a:off x="1227119" y="3685304"/>
            <a:ext cx="2292900" cy="451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2600"/>
              <a:buNone/>
              <a:defRPr sz="1000"/>
            </a:lvl1pPr>
            <a:lvl2pPr lvl="1" algn="ctr" rtl="0">
              <a:spcBef>
                <a:spcPts val="0"/>
              </a:spcBef>
              <a:spcAft>
                <a:spcPts val="0"/>
              </a:spcAft>
              <a:buSzPts val="2600"/>
              <a:buNone/>
              <a:defRPr/>
            </a:lvl2pPr>
            <a:lvl3pPr lvl="2" algn="ctr" rtl="0">
              <a:spcBef>
                <a:spcPts val="0"/>
              </a:spcBef>
              <a:spcAft>
                <a:spcPts val="0"/>
              </a:spcAft>
              <a:buSzPts val="2600"/>
              <a:buNone/>
              <a:defRPr/>
            </a:lvl3pPr>
            <a:lvl4pPr lvl="3" algn="ctr" rtl="0">
              <a:spcBef>
                <a:spcPts val="0"/>
              </a:spcBef>
              <a:spcAft>
                <a:spcPts val="0"/>
              </a:spcAft>
              <a:buSzPts val="2600"/>
              <a:buNone/>
              <a:defRPr/>
            </a:lvl4pPr>
            <a:lvl5pPr lvl="4" algn="ctr" rtl="0">
              <a:spcBef>
                <a:spcPts val="0"/>
              </a:spcBef>
              <a:spcAft>
                <a:spcPts val="0"/>
              </a:spcAft>
              <a:buSzPts val="2600"/>
              <a:buNone/>
              <a:defRPr/>
            </a:lvl5pPr>
            <a:lvl6pPr lvl="5" algn="ctr" rtl="0">
              <a:spcBef>
                <a:spcPts val="0"/>
              </a:spcBef>
              <a:spcAft>
                <a:spcPts val="0"/>
              </a:spcAft>
              <a:buSzPts val="2600"/>
              <a:buNone/>
              <a:defRPr/>
            </a:lvl6pPr>
            <a:lvl7pPr lvl="6" algn="ctr" rtl="0">
              <a:spcBef>
                <a:spcPts val="0"/>
              </a:spcBef>
              <a:spcAft>
                <a:spcPts val="0"/>
              </a:spcAft>
              <a:buSzPts val="2600"/>
              <a:buNone/>
              <a:defRPr/>
            </a:lvl7pPr>
            <a:lvl8pPr lvl="7" algn="ctr" rtl="0">
              <a:spcBef>
                <a:spcPts val="0"/>
              </a:spcBef>
              <a:spcAft>
                <a:spcPts val="0"/>
              </a:spcAft>
              <a:buSzPts val="2600"/>
              <a:buNone/>
              <a:defRPr/>
            </a:lvl8pPr>
            <a:lvl9pPr lvl="8" algn="ctr" rtl="0">
              <a:spcBef>
                <a:spcPts val="0"/>
              </a:spcBef>
              <a:spcAft>
                <a:spcPts val="0"/>
              </a:spcAft>
              <a:buSzPts val="26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7"/>
        <p:cNvGrpSpPr/>
        <p:nvPr/>
      </p:nvGrpSpPr>
      <p:grpSpPr>
        <a:xfrm>
          <a:off x="0" y="0"/>
          <a:ext cx="0" cy="0"/>
          <a:chOff x="0" y="0"/>
          <a:chExt cx="0" cy="0"/>
        </a:xfrm>
      </p:grpSpPr>
      <p:sp>
        <p:nvSpPr>
          <p:cNvPr id="48" name="Google Shape;48;p11"/>
          <p:cNvSpPr txBox="1">
            <a:spLocks noGrp="1"/>
          </p:cNvSpPr>
          <p:nvPr>
            <p:ph type="title" hasCustomPrompt="1"/>
          </p:nvPr>
        </p:nvSpPr>
        <p:spPr>
          <a:xfrm>
            <a:off x="1284000" y="1952850"/>
            <a:ext cx="6576000" cy="7995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9" name="Google Shape;49;p11"/>
          <p:cNvSpPr txBox="1">
            <a:spLocks noGrp="1"/>
          </p:cNvSpPr>
          <p:nvPr>
            <p:ph type="subTitle" idx="1"/>
          </p:nvPr>
        </p:nvSpPr>
        <p:spPr>
          <a:xfrm>
            <a:off x="1284000" y="2816250"/>
            <a:ext cx="6576000" cy="374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pic>
        <p:nvPicPr>
          <p:cNvPr id="50" name="Google Shape;50;p11" title="tech.png"/>
          <p:cNvPicPr preferRelativeResize="0"/>
          <p:nvPr/>
        </p:nvPicPr>
        <p:blipFill rotWithShape="1">
          <a:blip r:embed="rId2">
            <a:alphaModFix amt="56000"/>
          </a:blip>
          <a:srcRect l="16170" r="18704"/>
          <a:stretch/>
        </p:blipFill>
        <p:spPr>
          <a:xfrm>
            <a:off x="5048950" y="-297825"/>
            <a:ext cx="7337952" cy="573915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5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2_1">
    <p:spTree>
      <p:nvGrpSpPr>
        <p:cNvPr id="1" name="Shape 52"/>
        <p:cNvGrpSpPr/>
        <p:nvPr/>
      </p:nvGrpSpPr>
      <p:grpSpPr>
        <a:xfrm>
          <a:off x="0" y="0"/>
          <a:ext cx="0" cy="0"/>
          <a:chOff x="0" y="0"/>
          <a:chExt cx="0" cy="0"/>
        </a:xfrm>
      </p:grpSpPr>
      <p:pic>
        <p:nvPicPr>
          <p:cNvPr id="53" name="Google Shape;53;p13" title="tech.png"/>
          <p:cNvPicPr preferRelativeResize="0"/>
          <p:nvPr/>
        </p:nvPicPr>
        <p:blipFill rotWithShape="1">
          <a:blip r:embed="rId2">
            <a:alphaModFix amt="66000"/>
          </a:blip>
          <a:srcRect l="16170" r="18704"/>
          <a:stretch/>
        </p:blipFill>
        <p:spPr>
          <a:xfrm rot="4322965">
            <a:off x="2675537" y="1282750"/>
            <a:ext cx="9692323" cy="8371199"/>
          </a:xfrm>
          <a:prstGeom prst="rect">
            <a:avLst/>
          </a:prstGeom>
          <a:noFill/>
          <a:ln>
            <a:noFill/>
          </a:ln>
        </p:spPr>
      </p:pic>
      <p:sp>
        <p:nvSpPr>
          <p:cNvPr id="54" name="Google Shape;54;p13"/>
          <p:cNvSpPr txBox="1">
            <a:spLocks noGrp="1"/>
          </p:cNvSpPr>
          <p:nvPr>
            <p:ph type="subTitle" idx="1"/>
          </p:nvPr>
        </p:nvSpPr>
        <p:spPr>
          <a:xfrm>
            <a:off x="1220209" y="504648"/>
            <a:ext cx="3307500" cy="3108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2100">
                <a:solidFill>
                  <a:schemeClr val="dk2"/>
                </a:solidFill>
                <a:latin typeface="Red Hat Mono"/>
                <a:ea typeface="Red Hat Mono"/>
                <a:cs typeface="Red Hat Mono"/>
                <a:sym typeface="Red Hat Mono"/>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55" name="Google Shape;55;p13"/>
          <p:cNvSpPr txBox="1">
            <a:spLocks noGrp="1"/>
          </p:cNvSpPr>
          <p:nvPr>
            <p:ph type="subTitle" idx="2"/>
          </p:nvPr>
        </p:nvSpPr>
        <p:spPr>
          <a:xfrm>
            <a:off x="1220209" y="1451585"/>
            <a:ext cx="3307500" cy="3108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2100">
                <a:solidFill>
                  <a:schemeClr val="dk2"/>
                </a:solidFill>
                <a:latin typeface="Red Hat Mono"/>
                <a:ea typeface="Red Hat Mono"/>
                <a:cs typeface="Red Hat Mono"/>
                <a:sym typeface="Red Hat Mono"/>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56" name="Google Shape;56;p13"/>
          <p:cNvSpPr txBox="1">
            <a:spLocks noGrp="1"/>
          </p:cNvSpPr>
          <p:nvPr>
            <p:ph type="subTitle" idx="3"/>
          </p:nvPr>
        </p:nvSpPr>
        <p:spPr>
          <a:xfrm>
            <a:off x="1220209" y="2398521"/>
            <a:ext cx="3307500" cy="3108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2100">
                <a:solidFill>
                  <a:schemeClr val="dk2"/>
                </a:solidFill>
                <a:latin typeface="Red Hat Mono"/>
                <a:ea typeface="Red Hat Mono"/>
                <a:cs typeface="Red Hat Mono"/>
                <a:sym typeface="Red Hat Mono"/>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57" name="Google Shape;57;p13"/>
          <p:cNvSpPr txBox="1">
            <a:spLocks noGrp="1"/>
          </p:cNvSpPr>
          <p:nvPr>
            <p:ph type="subTitle" idx="4"/>
          </p:nvPr>
        </p:nvSpPr>
        <p:spPr>
          <a:xfrm>
            <a:off x="1220209" y="3345458"/>
            <a:ext cx="3307500" cy="3108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2100">
                <a:solidFill>
                  <a:schemeClr val="dk2"/>
                </a:solidFill>
                <a:latin typeface="Red Hat Mono"/>
                <a:ea typeface="Red Hat Mono"/>
                <a:cs typeface="Red Hat Mono"/>
                <a:sym typeface="Red Hat Mono"/>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58" name="Google Shape;58;p13"/>
          <p:cNvSpPr txBox="1">
            <a:spLocks noGrp="1"/>
          </p:cNvSpPr>
          <p:nvPr>
            <p:ph type="subTitle" idx="5"/>
          </p:nvPr>
        </p:nvSpPr>
        <p:spPr>
          <a:xfrm>
            <a:off x="5314804" y="504648"/>
            <a:ext cx="3307500" cy="3108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2100">
                <a:solidFill>
                  <a:schemeClr val="dk2"/>
                </a:solidFill>
                <a:latin typeface="Red Hat Mono"/>
                <a:ea typeface="Red Hat Mono"/>
                <a:cs typeface="Red Hat Mono"/>
                <a:sym typeface="Red Hat Mono"/>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59" name="Google Shape;59;p13"/>
          <p:cNvSpPr txBox="1">
            <a:spLocks noGrp="1"/>
          </p:cNvSpPr>
          <p:nvPr>
            <p:ph type="subTitle" idx="6"/>
          </p:nvPr>
        </p:nvSpPr>
        <p:spPr>
          <a:xfrm>
            <a:off x="5314804" y="1451593"/>
            <a:ext cx="3307500" cy="3108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2100">
                <a:solidFill>
                  <a:schemeClr val="dk2"/>
                </a:solidFill>
                <a:latin typeface="Red Hat Mono"/>
                <a:ea typeface="Red Hat Mono"/>
                <a:cs typeface="Red Hat Mono"/>
                <a:sym typeface="Red Hat Mono"/>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60" name="Google Shape;60;p13"/>
          <p:cNvSpPr txBox="1">
            <a:spLocks noGrp="1"/>
          </p:cNvSpPr>
          <p:nvPr>
            <p:ph type="subTitle" idx="7"/>
          </p:nvPr>
        </p:nvSpPr>
        <p:spPr>
          <a:xfrm>
            <a:off x="5314804" y="2398539"/>
            <a:ext cx="3307500" cy="3108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2100">
                <a:solidFill>
                  <a:schemeClr val="dk2"/>
                </a:solidFill>
                <a:latin typeface="Red Hat Mono"/>
                <a:ea typeface="Red Hat Mono"/>
                <a:cs typeface="Red Hat Mono"/>
                <a:sym typeface="Red Hat Mono"/>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61" name="Google Shape;61;p13"/>
          <p:cNvSpPr txBox="1">
            <a:spLocks noGrp="1"/>
          </p:cNvSpPr>
          <p:nvPr>
            <p:ph type="subTitle" idx="8"/>
          </p:nvPr>
        </p:nvSpPr>
        <p:spPr>
          <a:xfrm>
            <a:off x="5314804" y="3345484"/>
            <a:ext cx="3307500" cy="3108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2100">
                <a:solidFill>
                  <a:schemeClr val="dk2"/>
                </a:solidFill>
                <a:latin typeface="Red Hat Mono"/>
                <a:ea typeface="Red Hat Mono"/>
                <a:cs typeface="Red Hat Mono"/>
                <a:sym typeface="Red Hat Mono"/>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62" name="Google Shape;62;p13"/>
          <p:cNvSpPr txBox="1">
            <a:spLocks noGrp="1"/>
          </p:cNvSpPr>
          <p:nvPr>
            <p:ph type="title" hasCustomPrompt="1"/>
          </p:nvPr>
        </p:nvSpPr>
        <p:spPr>
          <a:xfrm>
            <a:off x="521691" y="3465371"/>
            <a:ext cx="712200" cy="310800"/>
          </a:xfrm>
          <a:prstGeom prst="rect">
            <a:avLst/>
          </a:prstGeom>
          <a:noFill/>
        </p:spPr>
        <p:txBody>
          <a:bodyPr spcFirstLastPara="1" wrap="square" lIns="91425" tIns="91425" rIns="91425" bIns="91425" anchor="ctr" anchorCtr="0">
            <a:noAutofit/>
          </a:bodyPr>
          <a:lstStyle>
            <a:lvl1pPr lvl="0" algn="ctr">
              <a:lnSpc>
                <a:spcPct val="70000"/>
              </a:lnSpc>
              <a:spcBef>
                <a:spcPts val="0"/>
              </a:spcBef>
              <a:spcAft>
                <a:spcPts val="0"/>
              </a:spcAft>
              <a:buSzPts val="3000"/>
              <a:buNone/>
              <a:defRPr sz="4900" b="0">
                <a:solidFill>
                  <a:schemeClr val="dk2"/>
                </a:solidFill>
                <a:latin typeface="VT323"/>
                <a:ea typeface="VT323"/>
                <a:cs typeface="VT323"/>
                <a:sym typeface="VT323"/>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3" name="Google Shape;63;p13"/>
          <p:cNvSpPr txBox="1">
            <a:spLocks noGrp="1"/>
          </p:cNvSpPr>
          <p:nvPr>
            <p:ph type="title" idx="9" hasCustomPrompt="1"/>
          </p:nvPr>
        </p:nvSpPr>
        <p:spPr>
          <a:xfrm>
            <a:off x="521692" y="1571283"/>
            <a:ext cx="712200" cy="310800"/>
          </a:xfrm>
          <a:prstGeom prst="rect">
            <a:avLst/>
          </a:prstGeom>
          <a:noFill/>
        </p:spPr>
        <p:txBody>
          <a:bodyPr spcFirstLastPara="1" wrap="square" lIns="91425" tIns="91425" rIns="91425" bIns="91425" anchor="ctr" anchorCtr="0">
            <a:noAutofit/>
          </a:bodyPr>
          <a:lstStyle>
            <a:lvl1pPr lvl="0" algn="ctr">
              <a:lnSpc>
                <a:spcPct val="70000"/>
              </a:lnSpc>
              <a:spcBef>
                <a:spcPts val="0"/>
              </a:spcBef>
              <a:spcAft>
                <a:spcPts val="0"/>
              </a:spcAft>
              <a:buSzPts val="3000"/>
              <a:buNone/>
              <a:defRPr sz="4900" b="0">
                <a:solidFill>
                  <a:schemeClr val="dk2"/>
                </a:solidFill>
                <a:latin typeface="VT323"/>
                <a:ea typeface="VT323"/>
                <a:cs typeface="VT323"/>
                <a:sym typeface="VT323"/>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4" name="Google Shape;64;p13"/>
          <p:cNvSpPr txBox="1">
            <a:spLocks noGrp="1"/>
          </p:cNvSpPr>
          <p:nvPr>
            <p:ph type="title" idx="13" hasCustomPrompt="1"/>
          </p:nvPr>
        </p:nvSpPr>
        <p:spPr>
          <a:xfrm>
            <a:off x="522373" y="624538"/>
            <a:ext cx="710700" cy="310500"/>
          </a:xfrm>
          <a:prstGeom prst="rect">
            <a:avLst/>
          </a:prstGeom>
        </p:spPr>
        <p:txBody>
          <a:bodyPr spcFirstLastPara="1" wrap="square" lIns="91425" tIns="91425" rIns="91425" bIns="91425" anchor="ctr" anchorCtr="0">
            <a:noAutofit/>
          </a:bodyPr>
          <a:lstStyle>
            <a:lvl1pPr lvl="0" algn="ctr">
              <a:lnSpc>
                <a:spcPct val="70000"/>
              </a:lnSpc>
              <a:spcBef>
                <a:spcPts val="0"/>
              </a:spcBef>
              <a:spcAft>
                <a:spcPts val="0"/>
              </a:spcAft>
              <a:buSzPts val="3000"/>
              <a:buNone/>
              <a:defRPr sz="4900" b="0">
                <a:solidFill>
                  <a:schemeClr val="dk2"/>
                </a:solidFill>
                <a:latin typeface="VT323"/>
                <a:ea typeface="VT323"/>
                <a:cs typeface="VT323"/>
                <a:sym typeface="VT323"/>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5" name="Google Shape;65;p13"/>
          <p:cNvSpPr txBox="1">
            <a:spLocks noGrp="1"/>
          </p:cNvSpPr>
          <p:nvPr>
            <p:ph type="title" idx="14" hasCustomPrompt="1"/>
          </p:nvPr>
        </p:nvSpPr>
        <p:spPr>
          <a:xfrm>
            <a:off x="521691" y="2518327"/>
            <a:ext cx="712200" cy="310800"/>
          </a:xfrm>
          <a:prstGeom prst="rect">
            <a:avLst/>
          </a:prstGeom>
        </p:spPr>
        <p:txBody>
          <a:bodyPr spcFirstLastPara="1" wrap="square" lIns="91425" tIns="91425" rIns="91425" bIns="91425" anchor="ctr" anchorCtr="0">
            <a:noAutofit/>
          </a:bodyPr>
          <a:lstStyle>
            <a:lvl1pPr lvl="0" algn="ctr">
              <a:lnSpc>
                <a:spcPct val="70000"/>
              </a:lnSpc>
              <a:spcBef>
                <a:spcPts val="0"/>
              </a:spcBef>
              <a:spcAft>
                <a:spcPts val="0"/>
              </a:spcAft>
              <a:buSzPts val="3000"/>
              <a:buNone/>
              <a:defRPr sz="4900" b="0">
                <a:solidFill>
                  <a:schemeClr val="dk2"/>
                </a:solidFill>
                <a:latin typeface="VT323"/>
                <a:ea typeface="VT323"/>
                <a:cs typeface="VT323"/>
                <a:sym typeface="VT323"/>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66" name="Google Shape;66;p13"/>
          <p:cNvSpPr txBox="1">
            <a:spLocks noGrp="1"/>
          </p:cNvSpPr>
          <p:nvPr>
            <p:ph type="title" idx="15" hasCustomPrompt="1"/>
          </p:nvPr>
        </p:nvSpPr>
        <p:spPr>
          <a:xfrm>
            <a:off x="4627489" y="1571508"/>
            <a:ext cx="712200" cy="310800"/>
          </a:xfrm>
          <a:prstGeom prst="rect">
            <a:avLst/>
          </a:prstGeom>
          <a:noFill/>
        </p:spPr>
        <p:txBody>
          <a:bodyPr spcFirstLastPara="1" wrap="square" lIns="91425" tIns="91425" rIns="91425" bIns="91425" anchor="ctr" anchorCtr="0">
            <a:noAutofit/>
          </a:bodyPr>
          <a:lstStyle>
            <a:lvl1pPr lvl="0" algn="ctr">
              <a:lnSpc>
                <a:spcPct val="70000"/>
              </a:lnSpc>
              <a:spcBef>
                <a:spcPts val="0"/>
              </a:spcBef>
              <a:spcAft>
                <a:spcPts val="0"/>
              </a:spcAft>
              <a:buSzPts val="3000"/>
              <a:buNone/>
              <a:defRPr sz="4900" b="0">
                <a:solidFill>
                  <a:schemeClr val="dk2"/>
                </a:solidFill>
                <a:latin typeface="VT323"/>
                <a:ea typeface="VT323"/>
                <a:cs typeface="VT323"/>
                <a:sym typeface="VT323"/>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7" name="Google Shape;67;p13"/>
          <p:cNvSpPr txBox="1">
            <a:spLocks noGrp="1"/>
          </p:cNvSpPr>
          <p:nvPr>
            <p:ph type="title" idx="16" hasCustomPrompt="1"/>
          </p:nvPr>
        </p:nvSpPr>
        <p:spPr>
          <a:xfrm>
            <a:off x="4627487" y="2518452"/>
            <a:ext cx="712200" cy="310800"/>
          </a:xfrm>
          <a:prstGeom prst="rect">
            <a:avLst/>
          </a:prstGeom>
          <a:noFill/>
        </p:spPr>
        <p:txBody>
          <a:bodyPr spcFirstLastPara="1" wrap="square" lIns="91425" tIns="91425" rIns="91425" bIns="91425" anchor="ctr" anchorCtr="0">
            <a:noAutofit/>
          </a:bodyPr>
          <a:lstStyle>
            <a:lvl1pPr lvl="0" algn="ctr">
              <a:lnSpc>
                <a:spcPct val="70000"/>
              </a:lnSpc>
              <a:spcBef>
                <a:spcPts val="0"/>
              </a:spcBef>
              <a:spcAft>
                <a:spcPts val="0"/>
              </a:spcAft>
              <a:buSzPts val="3000"/>
              <a:buNone/>
              <a:defRPr sz="4900" b="0">
                <a:solidFill>
                  <a:schemeClr val="dk2"/>
                </a:solidFill>
                <a:latin typeface="VT323"/>
                <a:ea typeface="VT323"/>
                <a:cs typeface="VT323"/>
                <a:sym typeface="VT323"/>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8" name="Google Shape;68;p13"/>
          <p:cNvSpPr txBox="1">
            <a:spLocks noGrp="1"/>
          </p:cNvSpPr>
          <p:nvPr>
            <p:ph type="title" idx="17" hasCustomPrompt="1"/>
          </p:nvPr>
        </p:nvSpPr>
        <p:spPr>
          <a:xfrm>
            <a:off x="4627489" y="3465396"/>
            <a:ext cx="712200" cy="310800"/>
          </a:xfrm>
          <a:prstGeom prst="rect">
            <a:avLst/>
          </a:prstGeom>
          <a:noFill/>
        </p:spPr>
        <p:txBody>
          <a:bodyPr spcFirstLastPara="1" wrap="square" lIns="91425" tIns="91425" rIns="91425" bIns="91425" anchor="ctr" anchorCtr="0">
            <a:noAutofit/>
          </a:bodyPr>
          <a:lstStyle>
            <a:lvl1pPr lvl="0" algn="ctr">
              <a:lnSpc>
                <a:spcPct val="70000"/>
              </a:lnSpc>
              <a:spcBef>
                <a:spcPts val="0"/>
              </a:spcBef>
              <a:spcAft>
                <a:spcPts val="0"/>
              </a:spcAft>
              <a:buSzPts val="3000"/>
              <a:buNone/>
              <a:defRPr sz="4900" b="0">
                <a:solidFill>
                  <a:schemeClr val="dk2"/>
                </a:solidFill>
                <a:latin typeface="VT323"/>
                <a:ea typeface="VT323"/>
                <a:cs typeface="VT323"/>
                <a:sym typeface="VT323"/>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9" name="Google Shape;69;p13"/>
          <p:cNvSpPr txBox="1">
            <a:spLocks noGrp="1"/>
          </p:cNvSpPr>
          <p:nvPr>
            <p:ph type="title" idx="18" hasCustomPrompt="1"/>
          </p:nvPr>
        </p:nvSpPr>
        <p:spPr>
          <a:xfrm>
            <a:off x="4627489" y="624563"/>
            <a:ext cx="712200" cy="310800"/>
          </a:xfrm>
          <a:prstGeom prst="rect">
            <a:avLst/>
          </a:prstGeom>
        </p:spPr>
        <p:txBody>
          <a:bodyPr spcFirstLastPara="1" wrap="square" lIns="91425" tIns="91425" rIns="91425" bIns="91425" anchor="ctr" anchorCtr="0">
            <a:noAutofit/>
          </a:bodyPr>
          <a:lstStyle>
            <a:lvl1pPr lvl="0" algn="ctr">
              <a:lnSpc>
                <a:spcPct val="70000"/>
              </a:lnSpc>
              <a:spcBef>
                <a:spcPts val="0"/>
              </a:spcBef>
              <a:spcAft>
                <a:spcPts val="0"/>
              </a:spcAft>
              <a:buSzPts val="3000"/>
              <a:buNone/>
              <a:defRPr sz="4900" b="0">
                <a:solidFill>
                  <a:schemeClr val="dk2"/>
                </a:solidFill>
                <a:latin typeface="VT323"/>
                <a:ea typeface="VT323"/>
                <a:cs typeface="VT323"/>
                <a:sym typeface="VT323"/>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70" name="Google Shape;70;p13"/>
          <p:cNvSpPr txBox="1">
            <a:spLocks noGrp="1"/>
          </p:cNvSpPr>
          <p:nvPr>
            <p:ph type="title" idx="19"/>
          </p:nvPr>
        </p:nvSpPr>
        <p:spPr>
          <a:xfrm>
            <a:off x="228600" y="4352104"/>
            <a:ext cx="8687100" cy="547200"/>
          </a:xfrm>
          <a:prstGeom prst="rect">
            <a:avLst/>
          </a:prstGeom>
          <a:ln>
            <a:noFill/>
          </a:ln>
        </p:spPr>
        <p:txBody>
          <a:bodyPr spcFirstLastPara="1" wrap="square" lIns="91425" tIns="91425" rIns="91425" bIns="91425" anchor="t" anchorCtr="0">
            <a:noAutofit/>
          </a:bodyPr>
          <a:lstStyle>
            <a:lvl1pPr lvl="0">
              <a:spcBef>
                <a:spcPts val="0"/>
              </a:spcBef>
              <a:spcAft>
                <a:spcPts val="0"/>
              </a:spcAft>
              <a:buSzPts val="2600"/>
              <a:buNone/>
              <a:defRPr b="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71"/>
        <p:cNvGrpSpPr/>
        <p:nvPr/>
      </p:nvGrpSpPr>
      <p:grpSpPr>
        <a:xfrm>
          <a:off x="0" y="0"/>
          <a:ext cx="0" cy="0"/>
          <a:chOff x="0" y="0"/>
          <a:chExt cx="0" cy="0"/>
        </a:xfrm>
      </p:grpSpPr>
      <p:sp>
        <p:nvSpPr>
          <p:cNvPr id="72" name="Google Shape;72;p14"/>
          <p:cNvSpPr txBox="1">
            <a:spLocks noGrp="1"/>
          </p:cNvSpPr>
          <p:nvPr>
            <p:ph type="subTitle" idx="1"/>
          </p:nvPr>
        </p:nvSpPr>
        <p:spPr>
          <a:xfrm>
            <a:off x="1417350" y="2615513"/>
            <a:ext cx="6309300" cy="16179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14"/>
          <p:cNvSpPr txBox="1">
            <a:spLocks noGrp="1"/>
          </p:cNvSpPr>
          <p:nvPr>
            <p:ph type="title"/>
          </p:nvPr>
        </p:nvSpPr>
        <p:spPr>
          <a:xfrm>
            <a:off x="1417350" y="910088"/>
            <a:ext cx="5262000" cy="1544700"/>
          </a:xfrm>
          <a:prstGeom prst="rect">
            <a:avLst/>
          </a:prstGeom>
          <a:ln>
            <a:noFill/>
          </a:ln>
        </p:spPr>
        <p:txBody>
          <a:bodyPr spcFirstLastPara="1" wrap="square" lIns="91425" tIns="91425" rIns="91425" bIns="91425" anchor="t" anchorCtr="0">
            <a:noAutofit/>
          </a:bodyPr>
          <a:lstStyle>
            <a:lvl1pPr lvl="0">
              <a:spcBef>
                <a:spcPts val="0"/>
              </a:spcBef>
              <a:spcAft>
                <a:spcPts val="0"/>
              </a:spcAft>
              <a:buSzPts val="2600"/>
              <a:buNone/>
              <a:defRPr sz="5700" b="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pic>
        <p:nvPicPr>
          <p:cNvPr id="74" name="Google Shape;74;p14" title="tech.png"/>
          <p:cNvPicPr preferRelativeResize="0"/>
          <p:nvPr/>
        </p:nvPicPr>
        <p:blipFill rotWithShape="1">
          <a:blip r:embed="rId2">
            <a:alphaModFix amt="56000"/>
          </a:blip>
          <a:srcRect l="16170" r="18704"/>
          <a:stretch/>
        </p:blipFill>
        <p:spPr>
          <a:xfrm rot="-5111130">
            <a:off x="5582875" y="-1103551"/>
            <a:ext cx="7337952" cy="573914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ONE_COLUMN_TEXT_1">
    <p:spTree>
      <p:nvGrpSpPr>
        <p:cNvPr id="1" name="Shape 75"/>
        <p:cNvGrpSpPr/>
        <p:nvPr/>
      </p:nvGrpSpPr>
      <p:grpSpPr>
        <a:xfrm>
          <a:off x="0" y="0"/>
          <a:ext cx="0" cy="0"/>
          <a:chOff x="0" y="0"/>
          <a:chExt cx="0" cy="0"/>
        </a:xfrm>
      </p:grpSpPr>
      <p:pic>
        <p:nvPicPr>
          <p:cNvPr id="76" name="Google Shape;76;p15" title="tech.png"/>
          <p:cNvPicPr preferRelativeResize="0"/>
          <p:nvPr/>
        </p:nvPicPr>
        <p:blipFill rotWithShape="1">
          <a:blip r:embed="rId2">
            <a:alphaModFix amt="56000"/>
          </a:blip>
          <a:srcRect l="16170" r="18704"/>
          <a:stretch/>
        </p:blipFill>
        <p:spPr>
          <a:xfrm>
            <a:off x="171450" y="-1813500"/>
            <a:ext cx="7337952" cy="5739150"/>
          </a:xfrm>
          <a:prstGeom prst="rect">
            <a:avLst/>
          </a:prstGeom>
          <a:noFill/>
          <a:ln>
            <a:noFill/>
          </a:ln>
        </p:spPr>
      </p:pic>
      <p:sp>
        <p:nvSpPr>
          <p:cNvPr id="77" name="Google Shape;77;p15"/>
          <p:cNvSpPr txBox="1">
            <a:spLocks noGrp="1"/>
          </p:cNvSpPr>
          <p:nvPr>
            <p:ph type="body" idx="1"/>
          </p:nvPr>
        </p:nvSpPr>
        <p:spPr>
          <a:xfrm>
            <a:off x="228600" y="3276000"/>
            <a:ext cx="3710400" cy="1638900"/>
          </a:xfrm>
          <a:prstGeom prst="rect">
            <a:avLst/>
          </a:prstGeom>
        </p:spPr>
        <p:txBody>
          <a:bodyPr spcFirstLastPara="1" wrap="square" lIns="91425" tIns="91425" rIns="91425" bIns="91425" anchor="t" anchorCtr="0">
            <a:noAutofit/>
          </a:bodyPr>
          <a:lstStyle>
            <a:lvl1pPr marL="457200" lvl="0" indent="-317500">
              <a:lnSpc>
                <a:spcPct val="100000"/>
              </a:lnSpc>
              <a:spcBef>
                <a:spcPts val="0"/>
              </a:spcBef>
              <a:spcAft>
                <a:spcPts val="0"/>
              </a:spcAft>
              <a:buSzPts val="1400"/>
              <a:buChar char="●"/>
              <a:defRPr sz="1200"/>
            </a:lvl1pPr>
            <a:lvl2pPr marL="914400" lvl="1" indent="-317500">
              <a:lnSpc>
                <a:spcPct val="115000"/>
              </a:lnSpc>
              <a:spcBef>
                <a:spcPts val="0"/>
              </a:spcBef>
              <a:spcAft>
                <a:spcPts val="0"/>
              </a:spcAft>
              <a:buSzPts val="1400"/>
              <a:buChar char="○"/>
              <a:defRPr/>
            </a:lvl2pPr>
            <a:lvl3pPr marL="1371600" lvl="2" indent="-317500">
              <a:lnSpc>
                <a:spcPct val="115000"/>
              </a:lnSpc>
              <a:spcBef>
                <a:spcPts val="0"/>
              </a:spcBef>
              <a:spcAft>
                <a:spcPts val="0"/>
              </a:spcAft>
              <a:buSzPts val="1400"/>
              <a:buChar char="■"/>
              <a:defRPr/>
            </a:lvl3pPr>
            <a:lvl4pPr marL="1828800" lvl="3" indent="-317500">
              <a:lnSpc>
                <a:spcPct val="115000"/>
              </a:lnSpc>
              <a:spcBef>
                <a:spcPts val="0"/>
              </a:spcBef>
              <a:spcAft>
                <a:spcPts val="0"/>
              </a:spcAft>
              <a:buSzPts val="1400"/>
              <a:buChar char="●"/>
              <a:defRPr/>
            </a:lvl4pPr>
            <a:lvl5pPr marL="2286000" lvl="4" indent="-317500">
              <a:lnSpc>
                <a:spcPct val="115000"/>
              </a:lnSpc>
              <a:spcBef>
                <a:spcPts val="0"/>
              </a:spcBef>
              <a:spcAft>
                <a:spcPts val="0"/>
              </a:spcAft>
              <a:buSzPts val="1400"/>
              <a:buChar char="○"/>
              <a:defRPr/>
            </a:lvl5pPr>
            <a:lvl6pPr marL="2743200" lvl="5" indent="-317500">
              <a:lnSpc>
                <a:spcPct val="115000"/>
              </a:lnSpc>
              <a:spcBef>
                <a:spcPts val="0"/>
              </a:spcBef>
              <a:spcAft>
                <a:spcPts val="0"/>
              </a:spcAft>
              <a:buSzPts val="1400"/>
              <a:buChar char="■"/>
              <a:defRPr/>
            </a:lvl6pPr>
            <a:lvl7pPr marL="3200400" lvl="6" indent="-317500">
              <a:lnSpc>
                <a:spcPct val="115000"/>
              </a:lnSpc>
              <a:spcBef>
                <a:spcPts val="0"/>
              </a:spcBef>
              <a:spcAft>
                <a:spcPts val="0"/>
              </a:spcAft>
              <a:buSzPts val="1400"/>
              <a:buChar char="●"/>
              <a:defRPr/>
            </a:lvl7pPr>
            <a:lvl8pPr marL="3657600" lvl="7" indent="-317500">
              <a:lnSpc>
                <a:spcPct val="115000"/>
              </a:lnSpc>
              <a:spcBef>
                <a:spcPts val="0"/>
              </a:spcBef>
              <a:spcAft>
                <a:spcPts val="0"/>
              </a:spcAft>
              <a:buSzPts val="1400"/>
              <a:buChar char="○"/>
              <a:defRPr/>
            </a:lvl8pPr>
            <a:lvl9pPr marL="4114800" lvl="8" indent="-317500">
              <a:lnSpc>
                <a:spcPct val="115000"/>
              </a:lnSpc>
              <a:spcBef>
                <a:spcPts val="0"/>
              </a:spcBef>
              <a:spcAft>
                <a:spcPts val="0"/>
              </a:spcAft>
              <a:buSzPts val="1400"/>
              <a:buChar char="■"/>
              <a:defRPr/>
            </a:lvl9pPr>
          </a:lstStyle>
          <a:p>
            <a:endParaRPr/>
          </a:p>
        </p:txBody>
      </p:sp>
      <p:sp>
        <p:nvSpPr>
          <p:cNvPr id="78" name="Google Shape;78;p15"/>
          <p:cNvSpPr txBox="1">
            <a:spLocks noGrp="1"/>
          </p:cNvSpPr>
          <p:nvPr>
            <p:ph type="title"/>
          </p:nvPr>
        </p:nvSpPr>
        <p:spPr>
          <a:xfrm>
            <a:off x="228600" y="342150"/>
            <a:ext cx="3710400" cy="1786500"/>
          </a:xfrm>
          <a:prstGeom prst="rect">
            <a:avLst/>
          </a:prstGeom>
          <a:ln>
            <a:noFill/>
          </a:ln>
        </p:spPr>
        <p:txBody>
          <a:bodyPr spcFirstLastPara="1" wrap="square" lIns="91425" tIns="91425" rIns="91425" bIns="91425" anchor="t" anchorCtr="0">
            <a:noAutofit/>
          </a:bodyPr>
          <a:lstStyle>
            <a:lvl1pPr lvl="0">
              <a:lnSpc>
                <a:spcPct val="85000"/>
              </a:lnSpc>
              <a:spcBef>
                <a:spcPts val="0"/>
              </a:spcBef>
              <a:spcAft>
                <a:spcPts val="0"/>
              </a:spcAft>
              <a:buSzPts val="2600"/>
              <a:buNone/>
              <a:defRPr b="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79" name="Google Shape;79;p15"/>
          <p:cNvSpPr>
            <a:spLocks noGrp="1"/>
          </p:cNvSpPr>
          <p:nvPr>
            <p:ph type="pic" idx="2"/>
          </p:nvPr>
        </p:nvSpPr>
        <p:spPr>
          <a:xfrm>
            <a:off x="4306500" y="0"/>
            <a:ext cx="4837500" cy="5143500"/>
          </a:xfrm>
          <a:prstGeom prst="roundRect">
            <a:avLst>
              <a:gd name="adj" fmla="val 16667"/>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83"/>
        <p:cNvGrpSpPr/>
        <p:nvPr/>
      </p:nvGrpSpPr>
      <p:grpSpPr>
        <a:xfrm>
          <a:off x="0" y="0"/>
          <a:ext cx="0" cy="0"/>
          <a:chOff x="0" y="0"/>
          <a:chExt cx="0" cy="0"/>
        </a:xfrm>
      </p:grpSpPr>
      <p:sp>
        <p:nvSpPr>
          <p:cNvPr id="84" name="Google Shape;84;p17"/>
          <p:cNvSpPr txBox="1">
            <a:spLocks noGrp="1"/>
          </p:cNvSpPr>
          <p:nvPr>
            <p:ph type="subTitle" idx="1"/>
          </p:nvPr>
        </p:nvSpPr>
        <p:spPr>
          <a:xfrm>
            <a:off x="2017726" y="2519050"/>
            <a:ext cx="5911800" cy="738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5" name="Google Shape;85;p17"/>
          <p:cNvSpPr txBox="1">
            <a:spLocks noGrp="1"/>
          </p:cNvSpPr>
          <p:nvPr>
            <p:ph type="subTitle" idx="2"/>
          </p:nvPr>
        </p:nvSpPr>
        <p:spPr>
          <a:xfrm>
            <a:off x="2017425" y="1205425"/>
            <a:ext cx="5911800" cy="738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6" name="Google Shape;86;p17"/>
          <p:cNvSpPr txBox="1">
            <a:spLocks noGrp="1"/>
          </p:cNvSpPr>
          <p:nvPr>
            <p:ph type="subTitle" idx="3"/>
          </p:nvPr>
        </p:nvSpPr>
        <p:spPr>
          <a:xfrm>
            <a:off x="2017752" y="3832400"/>
            <a:ext cx="5911800" cy="738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7" name="Google Shape;87;p17"/>
          <p:cNvSpPr txBox="1">
            <a:spLocks noGrp="1"/>
          </p:cNvSpPr>
          <p:nvPr>
            <p:ph type="title" hasCustomPrompt="1"/>
          </p:nvPr>
        </p:nvSpPr>
        <p:spPr>
          <a:xfrm>
            <a:off x="1214429" y="2702041"/>
            <a:ext cx="930300" cy="3108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4900">
                <a:solidFill>
                  <a:schemeClr val="dk2"/>
                </a:solidFill>
                <a:latin typeface="VT323"/>
                <a:ea typeface="VT323"/>
                <a:cs typeface="VT323"/>
                <a:sym typeface="VT323"/>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88" name="Google Shape;88;p17"/>
          <p:cNvSpPr txBox="1">
            <a:spLocks noGrp="1"/>
          </p:cNvSpPr>
          <p:nvPr>
            <p:ph type="title" idx="4" hasCustomPrompt="1"/>
          </p:nvPr>
        </p:nvSpPr>
        <p:spPr>
          <a:xfrm>
            <a:off x="1214834" y="1388566"/>
            <a:ext cx="928500" cy="3105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4900">
                <a:solidFill>
                  <a:schemeClr val="dk2"/>
                </a:solidFill>
                <a:latin typeface="VT323"/>
                <a:ea typeface="VT323"/>
                <a:cs typeface="VT323"/>
                <a:sym typeface="VT323"/>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9" name="Google Shape;89;p17"/>
          <p:cNvSpPr txBox="1">
            <a:spLocks noGrp="1"/>
          </p:cNvSpPr>
          <p:nvPr>
            <p:ph type="title" idx="5" hasCustomPrompt="1"/>
          </p:nvPr>
        </p:nvSpPr>
        <p:spPr>
          <a:xfrm>
            <a:off x="1215241" y="4015391"/>
            <a:ext cx="930300" cy="3108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4900">
                <a:solidFill>
                  <a:schemeClr val="dk2"/>
                </a:solidFill>
                <a:latin typeface="VT323"/>
                <a:ea typeface="VT323"/>
                <a:cs typeface="VT323"/>
                <a:sym typeface="VT323"/>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90" name="Google Shape;90;p17"/>
          <p:cNvSpPr txBox="1">
            <a:spLocks noGrp="1"/>
          </p:cNvSpPr>
          <p:nvPr>
            <p:ph type="title" idx="6"/>
          </p:nvPr>
        </p:nvSpPr>
        <p:spPr>
          <a:xfrm>
            <a:off x="228600" y="342540"/>
            <a:ext cx="8686800" cy="572700"/>
          </a:xfrm>
          <a:prstGeom prst="rect">
            <a:avLst/>
          </a:prstGeom>
          <a:ln>
            <a:noFill/>
          </a:ln>
        </p:spPr>
        <p:txBody>
          <a:bodyPr spcFirstLastPara="1" wrap="square" lIns="91425" tIns="91425" rIns="91425" bIns="91425" anchor="t" anchorCtr="0">
            <a:noAutofit/>
          </a:bodyPr>
          <a:lstStyle>
            <a:lvl1pPr lvl="0" algn="r">
              <a:spcBef>
                <a:spcPts val="0"/>
              </a:spcBef>
              <a:spcAft>
                <a:spcPts val="0"/>
              </a:spcAft>
              <a:buSzPts val="2600"/>
              <a:buNone/>
              <a:defRPr sz="2600" b="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pic>
        <p:nvPicPr>
          <p:cNvPr id="91" name="Google Shape;91;p17" title="tech.png"/>
          <p:cNvPicPr preferRelativeResize="0"/>
          <p:nvPr/>
        </p:nvPicPr>
        <p:blipFill rotWithShape="1">
          <a:blip r:embed="rId2">
            <a:alphaModFix amt="56000"/>
          </a:blip>
          <a:srcRect l="16170" r="18704"/>
          <a:stretch/>
        </p:blipFill>
        <p:spPr>
          <a:xfrm rot="-10530784">
            <a:off x="5058896" y="980700"/>
            <a:ext cx="7337953" cy="5739151"/>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92"/>
        <p:cNvGrpSpPr/>
        <p:nvPr/>
      </p:nvGrpSpPr>
      <p:grpSpPr>
        <a:xfrm>
          <a:off x="0" y="0"/>
          <a:ext cx="0" cy="0"/>
          <a:chOff x="0" y="0"/>
          <a:chExt cx="0" cy="0"/>
        </a:xfrm>
      </p:grpSpPr>
      <p:pic>
        <p:nvPicPr>
          <p:cNvPr id="93" name="Google Shape;93;p18" title="tech.png"/>
          <p:cNvPicPr preferRelativeResize="0"/>
          <p:nvPr/>
        </p:nvPicPr>
        <p:blipFill rotWithShape="1">
          <a:blip r:embed="rId2">
            <a:alphaModFix amt="56000"/>
          </a:blip>
          <a:srcRect l="16170" r="18704"/>
          <a:stretch/>
        </p:blipFill>
        <p:spPr>
          <a:xfrm rot="6483983">
            <a:off x="2395549" y="-3969550"/>
            <a:ext cx="7337953" cy="5739150"/>
          </a:xfrm>
          <a:prstGeom prst="rect">
            <a:avLst/>
          </a:prstGeom>
          <a:noFill/>
          <a:ln>
            <a:noFill/>
          </a:ln>
        </p:spPr>
      </p:pic>
      <p:sp>
        <p:nvSpPr>
          <p:cNvPr id="94" name="Google Shape;94;p18"/>
          <p:cNvSpPr txBox="1">
            <a:spLocks noGrp="1"/>
          </p:cNvSpPr>
          <p:nvPr>
            <p:ph type="subTitle" idx="1"/>
          </p:nvPr>
        </p:nvSpPr>
        <p:spPr>
          <a:xfrm>
            <a:off x="575159" y="2020702"/>
            <a:ext cx="2381100" cy="622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5" name="Google Shape;95;p18"/>
          <p:cNvSpPr txBox="1">
            <a:spLocks noGrp="1"/>
          </p:cNvSpPr>
          <p:nvPr>
            <p:ph type="subTitle" idx="2"/>
          </p:nvPr>
        </p:nvSpPr>
        <p:spPr>
          <a:xfrm>
            <a:off x="3381450" y="2020702"/>
            <a:ext cx="2381100" cy="622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6" name="Google Shape;96;p18"/>
          <p:cNvSpPr txBox="1">
            <a:spLocks noGrp="1"/>
          </p:cNvSpPr>
          <p:nvPr>
            <p:ph type="subTitle" idx="3"/>
          </p:nvPr>
        </p:nvSpPr>
        <p:spPr>
          <a:xfrm>
            <a:off x="575159" y="3809380"/>
            <a:ext cx="2381100" cy="622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7" name="Google Shape;97;p18"/>
          <p:cNvSpPr txBox="1">
            <a:spLocks noGrp="1"/>
          </p:cNvSpPr>
          <p:nvPr>
            <p:ph type="subTitle" idx="4"/>
          </p:nvPr>
        </p:nvSpPr>
        <p:spPr>
          <a:xfrm>
            <a:off x="3381450" y="3809380"/>
            <a:ext cx="2381100" cy="622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8" name="Google Shape;98;p18"/>
          <p:cNvSpPr txBox="1">
            <a:spLocks noGrp="1"/>
          </p:cNvSpPr>
          <p:nvPr>
            <p:ph type="subTitle" idx="5"/>
          </p:nvPr>
        </p:nvSpPr>
        <p:spPr>
          <a:xfrm>
            <a:off x="6187747" y="2020702"/>
            <a:ext cx="2381100" cy="622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9" name="Google Shape;99;p18"/>
          <p:cNvSpPr txBox="1">
            <a:spLocks noGrp="1"/>
          </p:cNvSpPr>
          <p:nvPr>
            <p:ph type="subTitle" idx="6"/>
          </p:nvPr>
        </p:nvSpPr>
        <p:spPr>
          <a:xfrm>
            <a:off x="6187747" y="3809380"/>
            <a:ext cx="2381100" cy="622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0" name="Google Shape;100;p18"/>
          <p:cNvSpPr txBox="1">
            <a:spLocks noGrp="1"/>
          </p:cNvSpPr>
          <p:nvPr>
            <p:ph type="title" hasCustomPrompt="1"/>
          </p:nvPr>
        </p:nvSpPr>
        <p:spPr>
          <a:xfrm>
            <a:off x="6945397" y="3388303"/>
            <a:ext cx="8658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4900">
                <a:solidFill>
                  <a:schemeClr val="dk2"/>
                </a:solidFill>
                <a:latin typeface="VT323"/>
                <a:ea typeface="VT323"/>
                <a:cs typeface="VT323"/>
                <a:sym typeface="VT323"/>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01" name="Google Shape;101;p18"/>
          <p:cNvSpPr txBox="1">
            <a:spLocks noGrp="1"/>
          </p:cNvSpPr>
          <p:nvPr>
            <p:ph type="title" idx="7" hasCustomPrompt="1"/>
          </p:nvPr>
        </p:nvSpPr>
        <p:spPr>
          <a:xfrm>
            <a:off x="6945397" y="1609577"/>
            <a:ext cx="8658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4900">
                <a:solidFill>
                  <a:schemeClr val="dk2"/>
                </a:solidFill>
                <a:latin typeface="VT323"/>
                <a:ea typeface="VT323"/>
                <a:cs typeface="VT323"/>
                <a:sym typeface="VT323"/>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02" name="Google Shape;102;p18"/>
          <p:cNvSpPr txBox="1">
            <a:spLocks noGrp="1"/>
          </p:cNvSpPr>
          <p:nvPr>
            <p:ph type="title" idx="8" hasCustomPrompt="1"/>
          </p:nvPr>
        </p:nvSpPr>
        <p:spPr>
          <a:xfrm>
            <a:off x="4139850" y="1609877"/>
            <a:ext cx="864300" cy="310500"/>
          </a:xfrm>
          <a:prstGeom prst="rect">
            <a:avLst/>
          </a:prstGeom>
        </p:spPr>
        <p:txBody>
          <a:bodyPr spcFirstLastPara="1" wrap="square" lIns="91425" tIns="91425" rIns="91425" bIns="91425" anchor="ctr" anchorCtr="0">
            <a:noAutofit/>
          </a:bodyPr>
          <a:lstStyle>
            <a:lvl1pPr lvl="0" algn="ctr">
              <a:spcBef>
                <a:spcPts val="0"/>
              </a:spcBef>
              <a:spcAft>
                <a:spcPts val="0"/>
              </a:spcAft>
              <a:buSzPts val="3000"/>
              <a:buNone/>
              <a:defRPr sz="4900">
                <a:solidFill>
                  <a:schemeClr val="dk2"/>
                </a:solidFill>
                <a:latin typeface="VT323"/>
                <a:ea typeface="VT323"/>
                <a:cs typeface="VT323"/>
                <a:sym typeface="VT323"/>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03" name="Google Shape;103;p18"/>
          <p:cNvSpPr txBox="1">
            <a:spLocks noGrp="1"/>
          </p:cNvSpPr>
          <p:nvPr>
            <p:ph type="title" idx="9" hasCustomPrompt="1"/>
          </p:nvPr>
        </p:nvSpPr>
        <p:spPr>
          <a:xfrm>
            <a:off x="4139100" y="3388303"/>
            <a:ext cx="865800" cy="310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000"/>
              <a:buNone/>
              <a:defRPr sz="4900">
                <a:solidFill>
                  <a:schemeClr val="dk2"/>
                </a:solidFill>
                <a:latin typeface="VT323"/>
                <a:ea typeface="VT323"/>
                <a:cs typeface="VT323"/>
                <a:sym typeface="VT323"/>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04" name="Google Shape;104;p18"/>
          <p:cNvSpPr txBox="1">
            <a:spLocks noGrp="1"/>
          </p:cNvSpPr>
          <p:nvPr>
            <p:ph type="title" idx="13" hasCustomPrompt="1"/>
          </p:nvPr>
        </p:nvSpPr>
        <p:spPr>
          <a:xfrm>
            <a:off x="1332809" y="1609577"/>
            <a:ext cx="8658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4900">
                <a:solidFill>
                  <a:schemeClr val="dk2"/>
                </a:solidFill>
                <a:latin typeface="VT323"/>
                <a:ea typeface="VT323"/>
                <a:cs typeface="VT323"/>
                <a:sym typeface="VT323"/>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05" name="Google Shape;105;p18"/>
          <p:cNvSpPr txBox="1">
            <a:spLocks noGrp="1"/>
          </p:cNvSpPr>
          <p:nvPr>
            <p:ph type="title" idx="14" hasCustomPrompt="1"/>
          </p:nvPr>
        </p:nvSpPr>
        <p:spPr>
          <a:xfrm>
            <a:off x="1332809" y="3388304"/>
            <a:ext cx="865800" cy="310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000"/>
              <a:buNone/>
              <a:defRPr sz="4900">
                <a:solidFill>
                  <a:schemeClr val="dk2"/>
                </a:solidFill>
                <a:latin typeface="VT323"/>
                <a:ea typeface="VT323"/>
                <a:cs typeface="VT323"/>
                <a:sym typeface="VT323"/>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06" name="Google Shape;106;p18"/>
          <p:cNvSpPr txBox="1">
            <a:spLocks noGrp="1"/>
          </p:cNvSpPr>
          <p:nvPr>
            <p:ph type="title" idx="15"/>
          </p:nvPr>
        </p:nvSpPr>
        <p:spPr>
          <a:xfrm>
            <a:off x="228600" y="329146"/>
            <a:ext cx="8686800" cy="572700"/>
          </a:xfrm>
          <a:prstGeom prst="rect">
            <a:avLst/>
          </a:prstGeom>
          <a:ln>
            <a:noFill/>
          </a:ln>
        </p:spPr>
        <p:txBody>
          <a:bodyPr spcFirstLastPara="1" wrap="square" lIns="91425" tIns="91425" rIns="91425" bIns="91425" anchor="t" anchorCtr="0">
            <a:noAutofit/>
          </a:bodyPr>
          <a:lstStyle>
            <a:lvl1pPr lvl="0">
              <a:spcBef>
                <a:spcPts val="0"/>
              </a:spcBef>
              <a:spcAft>
                <a:spcPts val="0"/>
              </a:spcAft>
              <a:buSzPts val="2600"/>
              <a:buNone/>
              <a:defRPr sz="2600" b="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18"/>
        <p:cNvGrpSpPr/>
        <p:nvPr/>
      </p:nvGrpSpPr>
      <p:grpSpPr>
        <a:xfrm>
          <a:off x="0" y="0"/>
          <a:ext cx="0" cy="0"/>
          <a:chOff x="0" y="0"/>
          <a:chExt cx="0" cy="0"/>
        </a:xfrm>
      </p:grpSpPr>
      <p:pic>
        <p:nvPicPr>
          <p:cNvPr id="119" name="Google Shape;119;p21" title="tech.png"/>
          <p:cNvPicPr preferRelativeResize="0"/>
          <p:nvPr/>
        </p:nvPicPr>
        <p:blipFill rotWithShape="1">
          <a:blip r:embed="rId2">
            <a:alphaModFix amt="66000"/>
          </a:blip>
          <a:srcRect l="16170" r="18704"/>
          <a:stretch/>
        </p:blipFill>
        <p:spPr>
          <a:xfrm rot="-6250088">
            <a:off x="-3836764" y="-3130824"/>
            <a:ext cx="9692322" cy="8371199"/>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20"/>
        <p:cNvGrpSpPr/>
        <p:nvPr/>
      </p:nvGrpSpPr>
      <p:grpSpPr>
        <a:xfrm>
          <a:off x="0" y="0"/>
          <a:ext cx="0" cy="0"/>
          <a:chOff x="0" y="0"/>
          <a:chExt cx="0" cy="0"/>
        </a:xfrm>
      </p:grpSpPr>
      <p:pic>
        <p:nvPicPr>
          <p:cNvPr id="121" name="Google Shape;121;p22" title="tech.png"/>
          <p:cNvPicPr preferRelativeResize="0"/>
          <p:nvPr/>
        </p:nvPicPr>
        <p:blipFill rotWithShape="1">
          <a:blip r:embed="rId2">
            <a:alphaModFix amt="66000"/>
          </a:blip>
          <a:srcRect l="16170" r="18704"/>
          <a:stretch/>
        </p:blipFill>
        <p:spPr>
          <a:xfrm rot="-6250088">
            <a:off x="1293336" y="767001"/>
            <a:ext cx="9692322" cy="837119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lnSpc>
                <a:spcPct val="85000"/>
              </a:lnSpc>
              <a:spcBef>
                <a:spcPts val="0"/>
              </a:spcBef>
              <a:spcAft>
                <a:spcPts val="0"/>
              </a:spcAft>
              <a:buClr>
                <a:schemeClr val="dk1"/>
              </a:buClr>
              <a:buSzPts val="2600"/>
              <a:buFont typeface="Red Hat Mono"/>
              <a:buNone/>
              <a:defRPr sz="2600">
                <a:solidFill>
                  <a:schemeClr val="dk1"/>
                </a:solidFill>
                <a:latin typeface="Red Hat Mono"/>
                <a:ea typeface="Red Hat Mono"/>
                <a:cs typeface="Red Hat Mono"/>
                <a:sym typeface="Red Hat Mono"/>
              </a:defRPr>
            </a:lvl1pPr>
            <a:lvl2pPr lvl="1" rtl="0">
              <a:lnSpc>
                <a:spcPct val="85000"/>
              </a:lnSpc>
              <a:spcBef>
                <a:spcPts val="0"/>
              </a:spcBef>
              <a:spcAft>
                <a:spcPts val="0"/>
              </a:spcAft>
              <a:buClr>
                <a:schemeClr val="dk1"/>
              </a:buClr>
              <a:buSzPts val="2600"/>
              <a:buFont typeface="Red Hat Mono"/>
              <a:buNone/>
              <a:defRPr sz="2600">
                <a:solidFill>
                  <a:schemeClr val="dk1"/>
                </a:solidFill>
                <a:latin typeface="Red Hat Mono"/>
                <a:ea typeface="Red Hat Mono"/>
                <a:cs typeface="Red Hat Mono"/>
                <a:sym typeface="Red Hat Mono"/>
              </a:defRPr>
            </a:lvl2pPr>
            <a:lvl3pPr lvl="2" rtl="0">
              <a:lnSpc>
                <a:spcPct val="85000"/>
              </a:lnSpc>
              <a:spcBef>
                <a:spcPts val="0"/>
              </a:spcBef>
              <a:spcAft>
                <a:spcPts val="0"/>
              </a:spcAft>
              <a:buClr>
                <a:schemeClr val="dk1"/>
              </a:buClr>
              <a:buSzPts val="2600"/>
              <a:buFont typeface="Red Hat Mono"/>
              <a:buNone/>
              <a:defRPr sz="2600">
                <a:solidFill>
                  <a:schemeClr val="dk1"/>
                </a:solidFill>
                <a:latin typeface="Red Hat Mono"/>
                <a:ea typeface="Red Hat Mono"/>
                <a:cs typeface="Red Hat Mono"/>
                <a:sym typeface="Red Hat Mono"/>
              </a:defRPr>
            </a:lvl3pPr>
            <a:lvl4pPr lvl="3" rtl="0">
              <a:lnSpc>
                <a:spcPct val="85000"/>
              </a:lnSpc>
              <a:spcBef>
                <a:spcPts val="0"/>
              </a:spcBef>
              <a:spcAft>
                <a:spcPts val="0"/>
              </a:spcAft>
              <a:buClr>
                <a:schemeClr val="dk1"/>
              </a:buClr>
              <a:buSzPts val="2600"/>
              <a:buFont typeface="Red Hat Mono"/>
              <a:buNone/>
              <a:defRPr sz="2600">
                <a:solidFill>
                  <a:schemeClr val="dk1"/>
                </a:solidFill>
                <a:latin typeface="Red Hat Mono"/>
                <a:ea typeface="Red Hat Mono"/>
                <a:cs typeface="Red Hat Mono"/>
                <a:sym typeface="Red Hat Mono"/>
              </a:defRPr>
            </a:lvl4pPr>
            <a:lvl5pPr lvl="4" rtl="0">
              <a:lnSpc>
                <a:spcPct val="85000"/>
              </a:lnSpc>
              <a:spcBef>
                <a:spcPts val="0"/>
              </a:spcBef>
              <a:spcAft>
                <a:spcPts val="0"/>
              </a:spcAft>
              <a:buClr>
                <a:schemeClr val="dk1"/>
              </a:buClr>
              <a:buSzPts val="2600"/>
              <a:buFont typeface="Red Hat Mono"/>
              <a:buNone/>
              <a:defRPr sz="2600">
                <a:solidFill>
                  <a:schemeClr val="dk1"/>
                </a:solidFill>
                <a:latin typeface="Red Hat Mono"/>
                <a:ea typeface="Red Hat Mono"/>
                <a:cs typeface="Red Hat Mono"/>
                <a:sym typeface="Red Hat Mono"/>
              </a:defRPr>
            </a:lvl5pPr>
            <a:lvl6pPr lvl="5" rtl="0">
              <a:lnSpc>
                <a:spcPct val="85000"/>
              </a:lnSpc>
              <a:spcBef>
                <a:spcPts val="0"/>
              </a:spcBef>
              <a:spcAft>
                <a:spcPts val="0"/>
              </a:spcAft>
              <a:buClr>
                <a:schemeClr val="dk1"/>
              </a:buClr>
              <a:buSzPts val="2600"/>
              <a:buFont typeface="Red Hat Mono"/>
              <a:buNone/>
              <a:defRPr sz="2600">
                <a:solidFill>
                  <a:schemeClr val="dk1"/>
                </a:solidFill>
                <a:latin typeface="Red Hat Mono"/>
                <a:ea typeface="Red Hat Mono"/>
                <a:cs typeface="Red Hat Mono"/>
                <a:sym typeface="Red Hat Mono"/>
              </a:defRPr>
            </a:lvl6pPr>
            <a:lvl7pPr lvl="6" rtl="0">
              <a:lnSpc>
                <a:spcPct val="85000"/>
              </a:lnSpc>
              <a:spcBef>
                <a:spcPts val="0"/>
              </a:spcBef>
              <a:spcAft>
                <a:spcPts val="0"/>
              </a:spcAft>
              <a:buClr>
                <a:schemeClr val="dk1"/>
              </a:buClr>
              <a:buSzPts val="2600"/>
              <a:buFont typeface="Red Hat Mono"/>
              <a:buNone/>
              <a:defRPr sz="2600">
                <a:solidFill>
                  <a:schemeClr val="dk1"/>
                </a:solidFill>
                <a:latin typeface="Red Hat Mono"/>
                <a:ea typeface="Red Hat Mono"/>
                <a:cs typeface="Red Hat Mono"/>
                <a:sym typeface="Red Hat Mono"/>
              </a:defRPr>
            </a:lvl7pPr>
            <a:lvl8pPr lvl="7" rtl="0">
              <a:lnSpc>
                <a:spcPct val="85000"/>
              </a:lnSpc>
              <a:spcBef>
                <a:spcPts val="0"/>
              </a:spcBef>
              <a:spcAft>
                <a:spcPts val="0"/>
              </a:spcAft>
              <a:buClr>
                <a:schemeClr val="dk1"/>
              </a:buClr>
              <a:buSzPts val="2600"/>
              <a:buFont typeface="Red Hat Mono"/>
              <a:buNone/>
              <a:defRPr sz="2600">
                <a:solidFill>
                  <a:schemeClr val="dk1"/>
                </a:solidFill>
                <a:latin typeface="Red Hat Mono"/>
                <a:ea typeface="Red Hat Mono"/>
                <a:cs typeface="Red Hat Mono"/>
                <a:sym typeface="Red Hat Mono"/>
              </a:defRPr>
            </a:lvl8pPr>
            <a:lvl9pPr lvl="8" rtl="0">
              <a:lnSpc>
                <a:spcPct val="85000"/>
              </a:lnSpc>
              <a:spcBef>
                <a:spcPts val="0"/>
              </a:spcBef>
              <a:spcAft>
                <a:spcPts val="0"/>
              </a:spcAft>
              <a:buClr>
                <a:schemeClr val="dk1"/>
              </a:buClr>
              <a:buSzPts val="2600"/>
              <a:buFont typeface="Red Hat Mono"/>
              <a:buNone/>
              <a:defRPr sz="2600">
                <a:solidFill>
                  <a:schemeClr val="dk1"/>
                </a:solidFill>
                <a:latin typeface="Red Hat Mono"/>
                <a:ea typeface="Red Hat Mono"/>
                <a:cs typeface="Red Hat Mono"/>
                <a:sym typeface="Red Hat Mono"/>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1pPr>
            <a:lvl2pPr marL="914400" lvl="1"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2pPr>
            <a:lvl3pPr marL="1371600" lvl="2"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3pPr>
            <a:lvl4pPr marL="1828800" lvl="3"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4pPr>
            <a:lvl5pPr marL="2286000" lvl="4"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5pPr>
            <a:lvl6pPr marL="2743200" lvl="5"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6pPr>
            <a:lvl7pPr marL="3200400" lvl="6"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7pPr>
            <a:lvl8pPr marL="3657600" lvl="7"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8pPr>
            <a:lvl9pPr marL="4114800" lvl="8"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3" r:id="rId15"/>
    <p:sldLayoutId id="2147483664" r:id="rId16"/>
    <p:sldLayoutId id="2147483667" r:id="rId17"/>
    <p:sldLayoutId id="2147483668"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6"/>
        <p:cNvGrpSpPr/>
        <p:nvPr/>
      </p:nvGrpSpPr>
      <p:grpSpPr>
        <a:xfrm>
          <a:off x="0" y="0"/>
          <a:ext cx="0" cy="0"/>
          <a:chOff x="0" y="0"/>
          <a:chExt cx="0" cy="0"/>
        </a:xfrm>
      </p:grpSpPr>
      <p:sp>
        <p:nvSpPr>
          <p:cNvPr id="139" name="Google Shape;139;p27"/>
          <p:cNvSpPr txBox="1">
            <a:spLocks noGrp="1"/>
          </p:cNvSpPr>
          <p:nvPr>
            <p:ph type="ctrTitle" idx="2"/>
          </p:nvPr>
        </p:nvSpPr>
        <p:spPr>
          <a:xfrm>
            <a:off x="878128" y="427397"/>
            <a:ext cx="6660095" cy="1356798"/>
          </a:xfrm>
          <a:prstGeom prst="rect">
            <a:avLst/>
          </a:prstGeom>
        </p:spPr>
        <p:txBody>
          <a:bodyPr spcFirstLastPara="1" wrap="square" lIns="91425" tIns="91425" rIns="91425" bIns="91425" anchor="ctr" anchorCtr="0">
            <a:noAutofit/>
          </a:bodyPr>
          <a:lstStyle/>
          <a:p>
            <a:pPr lvl="0"/>
            <a:r>
              <a:rPr lang="en-IN" sz="4000" dirty="0"/>
              <a:t>F</a:t>
            </a:r>
            <a:r>
              <a:rPr lang="en" sz="4000" dirty="0"/>
              <a:t>ace Recognition Based Attendance System  </a:t>
            </a:r>
            <a:endParaRPr sz="4000" dirty="0"/>
          </a:p>
        </p:txBody>
      </p:sp>
      <p:sp>
        <p:nvSpPr>
          <p:cNvPr id="2" name="TextBox 1">
            <a:extLst>
              <a:ext uri="{FF2B5EF4-FFF2-40B4-BE49-F238E27FC236}">
                <a16:creationId xmlns:a16="http://schemas.microsoft.com/office/drawing/2014/main" id="{696F32A3-1102-FBF6-07EE-B65D9D90E6AB}"/>
              </a:ext>
            </a:extLst>
          </p:cNvPr>
          <p:cNvSpPr txBox="1"/>
          <p:nvPr/>
        </p:nvSpPr>
        <p:spPr>
          <a:xfrm>
            <a:off x="4742984" y="2772936"/>
            <a:ext cx="2646557" cy="1323439"/>
          </a:xfrm>
          <a:prstGeom prst="rect">
            <a:avLst/>
          </a:prstGeom>
          <a:noFill/>
        </p:spPr>
        <p:txBody>
          <a:bodyPr wrap="square" rtlCol="0">
            <a:spAutoFit/>
          </a:bodyPr>
          <a:lstStyle/>
          <a:p>
            <a:pPr algn="ctr"/>
            <a:r>
              <a:rPr lang="en-US" sz="2000" dirty="0">
                <a:latin typeface="VT323" panose="020B0604020202020204" charset="0"/>
              </a:rPr>
              <a:t>TEAM MEMBERS:</a:t>
            </a:r>
          </a:p>
          <a:p>
            <a:pPr algn="ctr"/>
            <a:r>
              <a:rPr lang="en-US" sz="2000" dirty="0">
                <a:latin typeface="VT323" panose="020B0604020202020204" charset="0"/>
              </a:rPr>
              <a:t>Aashka Shah(23IT403)</a:t>
            </a:r>
          </a:p>
          <a:p>
            <a:pPr algn="ctr"/>
            <a:r>
              <a:rPr lang="en-US" sz="2000" dirty="0">
                <a:latin typeface="VT323" panose="020B0604020202020204" charset="0"/>
              </a:rPr>
              <a:t>Veera Agrawal(23IT431)</a:t>
            </a:r>
          </a:p>
          <a:p>
            <a:pPr algn="ctr"/>
            <a:r>
              <a:rPr lang="en-IN" sz="2000" dirty="0">
                <a:latin typeface="VT323" panose="020B0604020202020204" charset="0"/>
              </a:rPr>
              <a:t>Shyeni Vasava(23IT435)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1"/>
          <p:cNvSpPr txBox="1">
            <a:spLocks noGrp="1"/>
          </p:cNvSpPr>
          <p:nvPr>
            <p:ph type="title"/>
          </p:nvPr>
        </p:nvSpPr>
        <p:spPr>
          <a:xfrm>
            <a:off x="4256688" y="2401800"/>
            <a:ext cx="4658700" cy="52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dk1"/>
                </a:solidFill>
              </a:rPr>
              <a:t>WHAT IS BIOMETRICS?</a:t>
            </a:r>
            <a:endParaRPr dirty="0">
              <a:solidFill>
                <a:schemeClr val="dk1"/>
              </a:solidFill>
            </a:endParaRPr>
          </a:p>
        </p:txBody>
      </p:sp>
      <p:sp>
        <p:nvSpPr>
          <p:cNvPr id="196" name="Google Shape;196;p29"/>
          <p:cNvSpPr txBox="1">
            <a:spLocks noGrp="1"/>
          </p:cNvSpPr>
          <p:nvPr>
            <p:ph type="title" idx="2"/>
          </p:nvPr>
        </p:nvSpPr>
        <p:spPr>
          <a:xfrm>
            <a:off x="228600" y="1498600"/>
            <a:ext cx="3009900" cy="206692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2"/>
          <p:cNvSpPr txBox="1">
            <a:spLocks noGrp="1"/>
          </p:cNvSpPr>
          <p:nvPr>
            <p:ph type="title"/>
          </p:nvPr>
        </p:nvSpPr>
        <p:spPr>
          <a:xfrm>
            <a:off x="1417350" y="910088"/>
            <a:ext cx="5262000" cy="154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LET’S HAVE A LOOK</a:t>
            </a:r>
            <a:endParaRPr/>
          </a:p>
        </p:txBody>
      </p:sp>
      <p:sp>
        <p:nvSpPr>
          <p:cNvPr id="220" name="Google Shape;220;p32"/>
          <p:cNvSpPr txBox="1">
            <a:spLocks noGrp="1"/>
          </p:cNvSpPr>
          <p:nvPr>
            <p:ph type="subTitle" idx="1"/>
          </p:nvPr>
        </p:nvSpPr>
        <p:spPr>
          <a:xfrm>
            <a:off x="1417350" y="2615513"/>
            <a:ext cx="6309300" cy="1617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entire Solar System. This planet’s name has nothing to do with the liquid metal, since Mercury was named after the Roman messenger god. Despite being closer to the Sun than Venus, its temperatures aren't as terribly hot as that planet’s. Its surface is quite similar to that of Earth’s Moon, which means there are a lot of craters and plains. Speaking of craters, many of them were named after artists or authors who made significant contributions to their respective fields. Mercury takes a little more than 58 days to complete its rotation, so try to imagine how long days must be there!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8"/>
          <p:cNvSpPr txBox="1">
            <a:spLocks noGrp="1"/>
          </p:cNvSpPr>
          <p:nvPr>
            <p:ph type="title"/>
          </p:nvPr>
        </p:nvSpPr>
        <p:spPr>
          <a:xfrm>
            <a:off x="228600" y="344189"/>
            <a:ext cx="86868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US" dirty="0"/>
              <a:t>TYPES OF BIOMETRICS SYSTEMS</a:t>
            </a:r>
            <a:endParaRPr dirty="0"/>
          </a:p>
        </p:txBody>
      </p:sp>
      <p:sp>
        <p:nvSpPr>
          <p:cNvPr id="146" name="Google Shape;146;p28"/>
          <p:cNvSpPr/>
          <p:nvPr/>
        </p:nvSpPr>
        <p:spPr>
          <a:xfrm>
            <a:off x="830325" y="1658749"/>
            <a:ext cx="1371900" cy="405900"/>
          </a:xfrm>
          <a:prstGeom prst="roundRect">
            <a:avLst>
              <a:gd name="adj" fmla="val 50000"/>
            </a:avLst>
          </a:prstGeom>
          <a:solidFill>
            <a:schemeClr val="accent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u="sng">
                <a:solidFill>
                  <a:schemeClr val="dk1"/>
                </a:solidFill>
                <a:latin typeface="Archivo"/>
                <a:ea typeface="Archivo"/>
                <a:cs typeface="Archivo"/>
                <a:sym typeface="Archivo"/>
                <a:hlinkClick r:id="" action="ppaction://noaction">
                  <a:extLst>
                    <a:ext uri="{A12FA001-AC4F-418D-AE19-62706E023703}">
                      <ahyp:hlinkClr xmlns:ahyp="http://schemas.microsoft.com/office/drawing/2018/hyperlinkcolor" val="tx"/>
                    </a:ext>
                  </a:extLst>
                </a:hlinkClick>
              </a:rPr>
              <a:t>Fonts</a:t>
            </a:r>
            <a:endParaRPr sz="1100" u="sng">
              <a:solidFill>
                <a:schemeClr val="dk1"/>
              </a:solidFill>
              <a:latin typeface="Archivo"/>
              <a:ea typeface="Archivo"/>
              <a:cs typeface="Archivo"/>
              <a:sym typeface="Archivo"/>
            </a:endParaRPr>
          </a:p>
        </p:txBody>
      </p:sp>
      <p:sp>
        <p:nvSpPr>
          <p:cNvPr id="147" name="Google Shape;147;p28"/>
          <p:cNvSpPr txBox="1"/>
          <p:nvPr/>
        </p:nvSpPr>
        <p:spPr>
          <a:xfrm>
            <a:off x="497775" y="2159192"/>
            <a:ext cx="20370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000">
                <a:solidFill>
                  <a:schemeClr val="dk1"/>
                </a:solidFill>
                <a:latin typeface="Archivo"/>
                <a:ea typeface="Archivo"/>
                <a:cs typeface="Archivo"/>
                <a:sym typeface="Archivo"/>
              </a:rPr>
              <a:t>To view this template correctly in PowerPoint, download and install the fonts we used</a:t>
            </a:r>
            <a:endParaRPr sz="1000">
              <a:solidFill>
                <a:schemeClr val="dk1"/>
              </a:solidFill>
              <a:latin typeface="Archivo"/>
              <a:ea typeface="Archivo"/>
              <a:cs typeface="Archivo"/>
              <a:sym typeface="Archivo"/>
            </a:endParaRPr>
          </a:p>
        </p:txBody>
      </p:sp>
      <p:sp>
        <p:nvSpPr>
          <p:cNvPr id="148" name="Google Shape;148;p28"/>
          <p:cNvSpPr/>
          <p:nvPr/>
        </p:nvSpPr>
        <p:spPr>
          <a:xfrm>
            <a:off x="0" y="4801425"/>
            <a:ext cx="9144000" cy="3420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sp>
        <p:nvSpPr>
          <p:cNvPr id="150" name="Google Shape;150;p28"/>
          <p:cNvSpPr/>
          <p:nvPr/>
        </p:nvSpPr>
        <p:spPr>
          <a:xfrm>
            <a:off x="2867475" y="1658773"/>
            <a:ext cx="1371900" cy="405900"/>
          </a:xfrm>
          <a:prstGeom prst="roundRect">
            <a:avLst>
              <a:gd name="adj" fmla="val 50000"/>
            </a:avLst>
          </a:prstGeom>
          <a:solidFill>
            <a:schemeClr val="accent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u="sng">
                <a:solidFill>
                  <a:schemeClr val="dk1"/>
                </a:solidFill>
                <a:latin typeface="Archivo"/>
                <a:ea typeface="Archivo"/>
                <a:cs typeface="Archivo"/>
                <a:sym typeface="Archivo"/>
                <a:hlinkClick r:id="" action="ppaction://noaction">
                  <a:extLst>
                    <a:ext uri="{A12FA001-AC4F-418D-AE19-62706E023703}">
                      <ahyp:hlinkClr xmlns:ahyp="http://schemas.microsoft.com/office/drawing/2018/hyperlinkcolor" val="tx"/>
                    </a:ext>
                  </a:extLst>
                </a:hlinkClick>
              </a:rPr>
              <a:t>Colors</a:t>
            </a:r>
            <a:endParaRPr sz="1100" u="sng">
              <a:solidFill>
                <a:schemeClr val="dk1"/>
              </a:solidFill>
              <a:latin typeface="Archivo"/>
              <a:ea typeface="Archivo"/>
              <a:cs typeface="Archivo"/>
              <a:sym typeface="Archivo"/>
            </a:endParaRPr>
          </a:p>
        </p:txBody>
      </p:sp>
      <p:sp>
        <p:nvSpPr>
          <p:cNvPr id="151" name="Google Shape;151;p28"/>
          <p:cNvSpPr txBox="1"/>
          <p:nvPr/>
        </p:nvSpPr>
        <p:spPr>
          <a:xfrm>
            <a:off x="2701113" y="2159196"/>
            <a:ext cx="17046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000">
                <a:solidFill>
                  <a:schemeClr val="dk1"/>
                </a:solidFill>
                <a:latin typeface="Archivo"/>
                <a:ea typeface="Archivo"/>
                <a:cs typeface="Archivo"/>
                <a:sym typeface="Archivo"/>
              </a:rPr>
              <a:t>You can see on the link all the colors used in this presentation</a:t>
            </a:r>
            <a:endParaRPr sz="1000">
              <a:solidFill>
                <a:schemeClr val="dk1"/>
              </a:solidFill>
              <a:latin typeface="Archivo"/>
              <a:ea typeface="Archivo"/>
              <a:cs typeface="Archivo"/>
              <a:sym typeface="Archivo"/>
            </a:endParaRPr>
          </a:p>
        </p:txBody>
      </p:sp>
      <p:sp>
        <p:nvSpPr>
          <p:cNvPr id="152" name="Google Shape;152;p28"/>
          <p:cNvSpPr/>
          <p:nvPr/>
        </p:nvSpPr>
        <p:spPr>
          <a:xfrm>
            <a:off x="4904601" y="1658773"/>
            <a:ext cx="1371900" cy="405900"/>
          </a:xfrm>
          <a:prstGeom prst="roundRect">
            <a:avLst>
              <a:gd name="adj" fmla="val 50000"/>
            </a:avLst>
          </a:prstGeom>
          <a:solidFill>
            <a:schemeClr val="accent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u="sng">
                <a:solidFill>
                  <a:schemeClr val="dk1"/>
                </a:solidFill>
                <a:latin typeface="Archivo"/>
                <a:ea typeface="Archivo"/>
                <a:cs typeface="Archivo"/>
                <a:sym typeface="Archivo"/>
                <a:hlinkClick r:id="" action="ppaction://noaction">
                  <a:extLst>
                    <a:ext uri="{A12FA001-AC4F-418D-AE19-62706E023703}">
                      <ahyp:hlinkClr xmlns:ahyp="http://schemas.microsoft.com/office/drawing/2018/hyperlinkcolor" val="tx"/>
                    </a:ext>
                  </a:extLst>
                </a:hlinkClick>
              </a:rPr>
              <a:t>Thanks slide</a:t>
            </a:r>
            <a:endParaRPr sz="1100" u="sng">
              <a:solidFill>
                <a:schemeClr val="dk1"/>
              </a:solidFill>
              <a:latin typeface="Archivo"/>
              <a:ea typeface="Archivo"/>
              <a:cs typeface="Archivo"/>
              <a:sym typeface="Archivo"/>
            </a:endParaRPr>
          </a:p>
        </p:txBody>
      </p:sp>
      <p:sp>
        <p:nvSpPr>
          <p:cNvPr id="153" name="Google Shape;153;p28"/>
          <p:cNvSpPr txBox="1"/>
          <p:nvPr/>
        </p:nvSpPr>
        <p:spPr>
          <a:xfrm>
            <a:off x="4745350" y="2159196"/>
            <a:ext cx="17046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000">
                <a:solidFill>
                  <a:schemeClr val="dk1"/>
                </a:solidFill>
                <a:latin typeface="Archivo"/>
                <a:ea typeface="Archivo"/>
                <a:cs typeface="Archivo"/>
                <a:sym typeface="Archivo"/>
              </a:rPr>
              <a:t>You must keep it so that proper credits for our design are given</a:t>
            </a:r>
            <a:endParaRPr sz="1000">
              <a:solidFill>
                <a:schemeClr val="dk1"/>
              </a:solidFill>
              <a:latin typeface="Archivo"/>
              <a:ea typeface="Archivo"/>
              <a:cs typeface="Archivo"/>
              <a:sym typeface="Archivo"/>
            </a:endParaRPr>
          </a:p>
        </p:txBody>
      </p:sp>
      <p:sp>
        <p:nvSpPr>
          <p:cNvPr id="154" name="Google Shape;154;p28"/>
          <p:cNvSpPr/>
          <p:nvPr/>
        </p:nvSpPr>
        <p:spPr>
          <a:xfrm>
            <a:off x="6941775" y="1658773"/>
            <a:ext cx="1371900" cy="405900"/>
          </a:xfrm>
          <a:prstGeom prst="roundRect">
            <a:avLst>
              <a:gd name="adj" fmla="val 50000"/>
            </a:avLst>
          </a:prstGeom>
          <a:solidFill>
            <a:schemeClr val="accent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u="sng">
                <a:solidFill>
                  <a:schemeClr val="dk1"/>
                </a:solidFill>
                <a:latin typeface="Archivo"/>
                <a:ea typeface="Archivo"/>
                <a:cs typeface="Archivo"/>
                <a:sym typeface="Archivo"/>
                <a:hlinkClick r:id="" action="ppaction://noaction">
                  <a:extLst>
                    <a:ext uri="{A12FA001-AC4F-418D-AE19-62706E023703}">
                      <ahyp:hlinkClr xmlns:ahyp="http://schemas.microsoft.com/office/drawing/2018/hyperlinkcolor" val="tx"/>
                    </a:ext>
                  </a:extLst>
                </a:hlinkClick>
              </a:rPr>
              <a:t>Icons</a:t>
            </a:r>
            <a:r>
              <a:rPr lang="en" sz="1100">
                <a:solidFill>
                  <a:schemeClr val="dk1"/>
                </a:solidFill>
                <a:latin typeface="Archivo"/>
                <a:ea typeface="Archivo"/>
                <a:cs typeface="Archivo"/>
                <a:sym typeface="Archivo"/>
              </a:rPr>
              <a:t> and </a:t>
            </a:r>
            <a:r>
              <a:rPr lang="en" sz="1100" u="sng">
                <a:solidFill>
                  <a:schemeClr val="dk1"/>
                </a:solidFill>
                <a:latin typeface="Archivo"/>
                <a:ea typeface="Archivo"/>
                <a:cs typeface="Archivo"/>
                <a:sym typeface="Archivo"/>
                <a:hlinkClick r:id="" action="ppaction://noaction">
                  <a:extLst>
                    <a:ext uri="{A12FA001-AC4F-418D-AE19-62706E023703}">
                      <ahyp:hlinkClr xmlns:ahyp="http://schemas.microsoft.com/office/drawing/2018/hyperlinkcolor" val="tx"/>
                    </a:ext>
                  </a:extLst>
                </a:hlinkClick>
              </a:rPr>
              <a:t>infographics</a:t>
            </a:r>
            <a:endParaRPr sz="1100" u="sng">
              <a:solidFill>
                <a:schemeClr val="dk1"/>
              </a:solidFill>
              <a:latin typeface="Archivo"/>
              <a:ea typeface="Archivo"/>
              <a:cs typeface="Archivo"/>
              <a:sym typeface="Archivo"/>
            </a:endParaRPr>
          </a:p>
        </p:txBody>
      </p:sp>
      <p:sp>
        <p:nvSpPr>
          <p:cNvPr id="155" name="Google Shape;155;p28"/>
          <p:cNvSpPr txBox="1"/>
          <p:nvPr/>
        </p:nvSpPr>
        <p:spPr>
          <a:xfrm>
            <a:off x="6658000" y="2159184"/>
            <a:ext cx="19551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000">
                <a:solidFill>
                  <a:schemeClr val="dk1"/>
                </a:solidFill>
                <a:latin typeface="Archivo"/>
                <a:ea typeface="Archivo"/>
                <a:cs typeface="Archivo"/>
                <a:sym typeface="Archivo"/>
              </a:rPr>
              <a:t>These can be used in the template, and their size and color can be edited</a:t>
            </a:r>
            <a:endParaRPr sz="1000">
              <a:solidFill>
                <a:schemeClr val="dk1"/>
              </a:solidFill>
              <a:latin typeface="Archivo"/>
              <a:ea typeface="Archivo"/>
              <a:cs typeface="Archivo"/>
              <a:sym typeface="Archivo"/>
            </a:endParaRPr>
          </a:p>
        </p:txBody>
      </p:sp>
      <p:sp>
        <p:nvSpPr>
          <p:cNvPr id="160" name="Google Shape;160;p28"/>
          <p:cNvSpPr/>
          <p:nvPr/>
        </p:nvSpPr>
        <p:spPr>
          <a:xfrm>
            <a:off x="1407264" y="1243102"/>
            <a:ext cx="218018" cy="218018"/>
          </a:xfrm>
          <a:custGeom>
            <a:avLst/>
            <a:gdLst/>
            <a:ahLst/>
            <a:cxnLst/>
            <a:rect l="l" t="t" r="r" b="b"/>
            <a:pathLst>
              <a:path w="614134" h="614134" extrusionOk="0">
                <a:moveTo>
                  <a:pt x="527656" y="0"/>
                </a:moveTo>
                <a:lnTo>
                  <a:pt x="86478" y="0"/>
                </a:lnTo>
                <a:cubicBezTo>
                  <a:pt x="38844" y="0"/>
                  <a:pt x="0" y="38844"/>
                  <a:pt x="0" y="86478"/>
                </a:cubicBezTo>
                <a:lnTo>
                  <a:pt x="0" y="527656"/>
                </a:lnTo>
                <a:cubicBezTo>
                  <a:pt x="0" y="575290"/>
                  <a:pt x="38844" y="614134"/>
                  <a:pt x="86478" y="614134"/>
                </a:cubicBezTo>
                <a:lnTo>
                  <a:pt x="527656" y="614134"/>
                </a:lnTo>
                <a:cubicBezTo>
                  <a:pt x="575290" y="614134"/>
                  <a:pt x="614134" y="575290"/>
                  <a:pt x="614134" y="527656"/>
                </a:cubicBezTo>
                <a:lnTo>
                  <a:pt x="614134" y="86478"/>
                </a:lnTo>
                <a:cubicBezTo>
                  <a:pt x="614134" y="38844"/>
                  <a:pt x="575290" y="0"/>
                  <a:pt x="527656" y="0"/>
                </a:cubicBezTo>
                <a:close/>
                <a:moveTo>
                  <a:pt x="547787" y="527656"/>
                </a:moveTo>
                <a:cubicBezTo>
                  <a:pt x="547787" y="538714"/>
                  <a:pt x="538714" y="547504"/>
                  <a:pt x="527940" y="547504"/>
                </a:cubicBezTo>
                <a:lnTo>
                  <a:pt x="86761" y="547504"/>
                </a:lnTo>
                <a:cubicBezTo>
                  <a:pt x="75703" y="547504"/>
                  <a:pt x="66914" y="538431"/>
                  <a:pt x="66914" y="527656"/>
                </a:cubicBezTo>
                <a:lnTo>
                  <a:pt x="66914" y="86478"/>
                </a:lnTo>
                <a:cubicBezTo>
                  <a:pt x="66914" y="75420"/>
                  <a:pt x="75987" y="66630"/>
                  <a:pt x="86761" y="66630"/>
                </a:cubicBezTo>
                <a:lnTo>
                  <a:pt x="527940" y="66630"/>
                </a:lnTo>
                <a:cubicBezTo>
                  <a:pt x="538998" y="66630"/>
                  <a:pt x="547787" y="75704"/>
                  <a:pt x="547787" y="86478"/>
                </a:cubicBezTo>
                <a:lnTo>
                  <a:pt x="547787" y="527656"/>
                </a:lnTo>
                <a:close/>
                <a:moveTo>
                  <a:pt x="481157" y="192803"/>
                </a:moveTo>
                <a:lnTo>
                  <a:pt x="481157" y="225976"/>
                </a:lnTo>
                <a:cubicBezTo>
                  <a:pt x="481157" y="244406"/>
                  <a:pt x="466413" y="259150"/>
                  <a:pt x="447983" y="259150"/>
                </a:cubicBezTo>
                <a:cubicBezTo>
                  <a:pt x="429554" y="259150"/>
                  <a:pt x="414810" y="244406"/>
                  <a:pt x="414810" y="225976"/>
                </a:cubicBezTo>
                <a:lnTo>
                  <a:pt x="414810" y="199324"/>
                </a:lnTo>
                <a:lnTo>
                  <a:pt x="340524" y="199324"/>
                </a:lnTo>
                <a:lnTo>
                  <a:pt x="340524" y="414526"/>
                </a:lnTo>
                <a:lnTo>
                  <a:pt x="360371" y="414526"/>
                </a:lnTo>
                <a:cubicBezTo>
                  <a:pt x="378801" y="414526"/>
                  <a:pt x="393545" y="429270"/>
                  <a:pt x="393545" y="447700"/>
                </a:cubicBezTo>
                <a:cubicBezTo>
                  <a:pt x="393545" y="466130"/>
                  <a:pt x="378801" y="480873"/>
                  <a:pt x="360371" y="480873"/>
                </a:cubicBezTo>
                <a:lnTo>
                  <a:pt x="254046" y="480873"/>
                </a:lnTo>
                <a:cubicBezTo>
                  <a:pt x="235617" y="480873"/>
                  <a:pt x="220873" y="466130"/>
                  <a:pt x="220873" y="447700"/>
                </a:cubicBezTo>
                <a:cubicBezTo>
                  <a:pt x="220873" y="429270"/>
                  <a:pt x="235617" y="414526"/>
                  <a:pt x="254046" y="414526"/>
                </a:cubicBezTo>
                <a:lnTo>
                  <a:pt x="273894" y="414526"/>
                </a:lnTo>
                <a:lnTo>
                  <a:pt x="273894" y="199324"/>
                </a:lnTo>
                <a:lnTo>
                  <a:pt x="199608" y="199324"/>
                </a:lnTo>
                <a:lnTo>
                  <a:pt x="199608" y="225976"/>
                </a:lnTo>
                <a:cubicBezTo>
                  <a:pt x="199608" y="244406"/>
                  <a:pt x="184864" y="259150"/>
                  <a:pt x="166434" y="259150"/>
                </a:cubicBezTo>
                <a:cubicBezTo>
                  <a:pt x="148004" y="259150"/>
                  <a:pt x="133261" y="244406"/>
                  <a:pt x="133261" y="225976"/>
                </a:cubicBezTo>
                <a:lnTo>
                  <a:pt x="133261" y="192803"/>
                </a:lnTo>
                <a:cubicBezTo>
                  <a:pt x="133261" y="159913"/>
                  <a:pt x="160196" y="132977"/>
                  <a:pt x="193086" y="132977"/>
                </a:cubicBezTo>
                <a:lnTo>
                  <a:pt x="421615" y="132977"/>
                </a:lnTo>
                <a:cubicBezTo>
                  <a:pt x="454505" y="132977"/>
                  <a:pt x="481440" y="159913"/>
                  <a:pt x="481440" y="19280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nvGrpSpPr>
          <p:cNvPr id="161" name="Google Shape;161;p28"/>
          <p:cNvGrpSpPr/>
          <p:nvPr/>
        </p:nvGrpSpPr>
        <p:grpSpPr>
          <a:xfrm>
            <a:off x="3432636" y="1232282"/>
            <a:ext cx="241571" cy="239658"/>
            <a:chOff x="2825999" y="4046158"/>
            <a:chExt cx="241571" cy="239658"/>
          </a:xfrm>
        </p:grpSpPr>
        <p:sp>
          <p:nvSpPr>
            <p:cNvPr id="162" name="Google Shape;162;p28"/>
            <p:cNvSpPr/>
            <p:nvPr/>
          </p:nvSpPr>
          <p:spPr>
            <a:xfrm>
              <a:off x="2868664" y="4153223"/>
              <a:ext cx="28384" cy="28384"/>
            </a:xfrm>
            <a:custGeom>
              <a:avLst/>
              <a:gdLst/>
              <a:ahLst/>
              <a:cxnLst/>
              <a:rect l="l" t="t" r="r" b="b"/>
              <a:pathLst>
                <a:path w="79956" h="79956" extrusionOk="0">
                  <a:moveTo>
                    <a:pt x="39978" y="79957"/>
                  </a:moveTo>
                  <a:cubicBezTo>
                    <a:pt x="17863" y="79957"/>
                    <a:pt x="0" y="62094"/>
                    <a:pt x="0" y="39978"/>
                  </a:cubicBezTo>
                  <a:cubicBezTo>
                    <a:pt x="0" y="17863"/>
                    <a:pt x="17863" y="0"/>
                    <a:pt x="39978" y="0"/>
                  </a:cubicBezTo>
                  <a:cubicBezTo>
                    <a:pt x="62094" y="0"/>
                    <a:pt x="79957" y="17863"/>
                    <a:pt x="79957" y="39978"/>
                  </a:cubicBezTo>
                  <a:cubicBezTo>
                    <a:pt x="79957" y="62094"/>
                    <a:pt x="62094" y="79957"/>
                    <a:pt x="39978" y="79957"/>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63" name="Google Shape;163;p28"/>
            <p:cNvSpPr/>
            <p:nvPr/>
          </p:nvSpPr>
          <p:spPr>
            <a:xfrm>
              <a:off x="2978662" y="4107626"/>
              <a:ext cx="28384" cy="28384"/>
            </a:xfrm>
            <a:custGeom>
              <a:avLst/>
              <a:gdLst/>
              <a:ahLst/>
              <a:cxnLst/>
              <a:rect l="l" t="t" r="r" b="b"/>
              <a:pathLst>
                <a:path w="79956" h="79956" extrusionOk="0">
                  <a:moveTo>
                    <a:pt x="0" y="39978"/>
                  </a:moveTo>
                  <a:cubicBezTo>
                    <a:pt x="0" y="62094"/>
                    <a:pt x="17863" y="79956"/>
                    <a:pt x="39978" y="79956"/>
                  </a:cubicBezTo>
                  <a:cubicBezTo>
                    <a:pt x="62094" y="79956"/>
                    <a:pt x="79957" y="62094"/>
                    <a:pt x="79957" y="39978"/>
                  </a:cubicBezTo>
                  <a:cubicBezTo>
                    <a:pt x="79957" y="17863"/>
                    <a:pt x="62094" y="0"/>
                    <a:pt x="39978" y="0"/>
                  </a:cubicBezTo>
                  <a:cubicBezTo>
                    <a:pt x="17863" y="0"/>
                    <a:pt x="0" y="17863"/>
                    <a:pt x="0" y="3997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64" name="Google Shape;164;p28"/>
            <p:cNvSpPr/>
            <p:nvPr/>
          </p:nvSpPr>
          <p:spPr>
            <a:xfrm>
              <a:off x="2887468" y="4107626"/>
              <a:ext cx="28384" cy="28384"/>
            </a:xfrm>
            <a:custGeom>
              <a:avLst/>
              <a:gdLst/>
              <a:ahLst/>
              <a:cxnLst/>
              <a:rect l="l" t="t" r="r" b="b"/>
              <a:pathLst>
                <a:path w="79956" h="79956" extrusionOk="0">
                  <a:moveTo>
                    <a:pt x="39978" y="79956"/>
                  </a:moveTo>
                  <a:cubicBezTo>
                    <a:pt x="17863" y="79956"/>
                    <a:pt x="0" y="62094"/>
                    <a:pt x="0" y="39978"/>
                  </a:cubicBezTo>
                  <a:cubicBezTo>
                    <a:pt x="0" y="17863"/>
                    <a:pt x="17863" y="0"/>
                    <a:pt x="39978" y="0"/>
                  </a:cubicBezTo>
                  <a:cubicBezTo>
                    <a:pt x="62094" y="0"/>
                    <a:pt x="79957" y="17863"/>
                    <a:pt x="79957" y="39978"/>
                  </a:cubicBezTo>
                  <a:cubicBezTo>
                    <a:pt x="79957" y="62094"/>
                    <a:pt x="62094" y="79956"/>
                    <a:pt x="39978" y="79956"/>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65" name="Google Shape;165;p28"/>
            <p:cNvSpPr/>
            <p:nvPr/>
          </p:nvSpPr>
          <p:spPr>
            <a:xfrm>
              <a:off x="2933166" y="4088822"/>
              <a:ext cx="28384" cy="28384"/>
            </a:xfrm>
            <a:custGeom>
              <a:avLst/>
              <a:gdLst/>
              <a:ahLst/>
              <a:cxnLst/>
              <a:rect l="l" t="t" r="r" b="b"/>
              <a:pathLst>
                <a:path w="79956" h="79956" extrusionOk="0">
                  <a:moveTo>
                    <a:pt x="0" y="39978"/>
                  </a:moveTo>
                  <a:cubicBezTo>
                    <a:pt x="0" y="62094"/>
                    <a:pt x="17863" y="79956"/>
                    <a:pt x="39978" y="79956"/>
                  </a:cubicBezTo>
                  <a:cubicBezTo>
                    <a:pt x="62094" y="79956"/>
                    <a:pt x="79957" y="62094"/>
                    <a:pt x="79957" y="39978"/>
                  </a:cubicBezTo>
                  <a:cubicBezTo>
                    <a:pt x="79957" y="17863"/>
                    <a:pt x="62094" y="0"/>
                    <a:pt x="39978" y="0"/>
                  </a:cubicBezTo>
                  <a:cubicBezTo>
                    <a:pt x="17863" y="0"/>
                    <a:pt x="0" y="17863"/>
                    <a:pt x="0" y="3997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66" name="Google Shape;166;p28"/>
            <p:cNvSpPr/>
            <p:nvPr/>
          </p:nvSpPr>
          <p:spPr>
            <a:xfrm>
              <a:off x="2825999" y="4046158"/>
              <a:ext cx="241571" cy="239658"/>
            </a:xfrm>
            <a:custGeom>
              <a:avLst/>
              <a:gdLst/>
              <a:ahLst/>
              <a:cxnLst/>
              <a:rect l="l" t="t" r="r" b="b"/>
              <a:pathLst>
                <a:path w="680481" h="675093" extrusionOk="0">
                  <a:moveTo>
                    <a:pt x="269074" y="673109"/>
                  </a:moveTo>
                  <a:cubicBezTo>
                    <a:pt x="275028" y="674527"/>
                    <a:pt x="281266" y="675094"/>
                    <a:pt x="287220" y="675094"/>
                  </a:cubicBezTo>
                  <a:cubicBezTo>
                    <a:pt x="306784" y="675094"/>
                    <a:pt x="325780" y="668289"/>
                    <a:pt x="341375" y="655814"/>
                  </a:cubicBezTo>
                  <a:cubicBezTo>
                    <a:pt x="361789" y="639369"/>
                    <a:pt x="373414" y="614985"/>
                    <a:pt x="373414" y="588616"/>
                  </a:cubicBezTo>
                  <a:lnTo>
                    <a:pt x="373414" y="552891"/>
                  </a:lnTo>
                  <a:cubicBezTo>
                    <a:pt x="373414" y="527373"/>
                    <a:pt x="394396" y="506391"/>
                    <a:pt x="419914" y="506391"/>
                  </a:cubicBezTo>
                  <a:lnTo>
                    <a:pt x="515181" y="506391"/>
                  </a:lnTo>
                  <a:cubicBezTo>
                    <a:pt x="558845" y="506391"/>
                    <a:pt x="599958" y="489663"/>
                    <a:pt x="631146" y="459041"/>
                  </a:cubicBezTo>
                  <a:cubicBezTo>
                    <a:pt x="662335" y="428420"/>
                    <a:pt x="679914" y="387591"/>
                    <a:pt x="680481" y="343927"/>
                  </a:cubicBezTo>
                  <a:cubicBezTo>
                    <a:pt x="680481" y="342226"/>
                    <a:pt x="680481" y="340241"/>
                    <a:pt x="680481" y="338539"/>
                  </a:cubicBezTo>
                  <a:cubicBezTo>
                    <a:pt x="679631" y="151691"/>
                    <a:pt x="527089" y="0"/>
                    <a:pt x="340241" y="0"/>
                  </a:cubicBezTo>
                  <a:lnTo>
                    <a:pt x="339674" y="0"/>
                  </a:lnTo>
                  <a:cubicBezTo>
                    <a:pt x="248943" y="0"/>
                    <a:pt x="163599" y="35725"/>
                    <a:pt x="99520" y="99804"/>
                  </a:cubicBezTo>
                  <a:cubicBezTo>
                    <a:pt x="35442" y="164166"/>
                    <a:pt x="0" y="249510"/>
                    <a:pt x="0" y="340241"/>
                  </a:cubicBezTo>
                  <a:cubicBezTo>
                    <a:pt x="0" y="418496"/>
                    <a:pt x="27219" y="495050"/>
                    <a:pt x="76838" y="555726"/>
                  </a:cubicBezTo>
                  <a:cubicBezTo>
                    <a:pt x="125605" y="615552"/>
                    <a:pt x="193937" y="656948"/>
                    <a:pt x="269074" y="673109"/>
                  </a:cubicBezTo>
                  <a:close/>
                  <a:moveTo>
                    <a:pt x="339674" y="66347"/>
                  </a:moveTo>
                  <a:lnTo>
                    <a:pt x="340241" y="66347"/>
                  </a:lnTo>
                  <a:cubicBezTo>
                    <a:pt x="490514" y="66347"/>
                    <a:pt x="613284" y="188550"/>
                    <a:pt x="614134" y="338823"/>
                  </a:cubicBezTo>
                  <a:cubicBezTo>
                    <a:pt x="614134" y="340241"/>
                    <a:pt x="614134" y="341658"/>
                    <a:pt x="614134" y="343359"/>
                  </a:cubicBezTo>
                  <a:cubicBezTo>
                    <a:pt x="613567" y="396664"/>
                    <a:pt x="569336" y="440045"/>
                    <a:pt x="515465" y="440045"/>
                  </a:cubicBezTo>
                  <a:lnTo>
                    <a:pt x="420197" y="440045"/>
                  </a:lnTo>
                  <a:cubicBezTo>
                    <a:pt x="357820" y="440045"/>
                    <a:pt x="307351" y="490797"/>
                    <a:pt x="307351" y="552891"/>
                  </a:cubicBezTo>
                  <a:lnTo>
                    <a:pt x="307351" y="588616"/>
                  </a:lnTo>
                  <a:cubicBezTo>
                    <a:pt x="307351" y="596839"/>
                    <a:pt x="302814" y="601942"/>
                    <a:pt x="299979" y="604211"/>
                  </a:cubicBezTo>
                  <a:cubicBezTo>
                    <a:pt x="297143" y="606479"/>
                    <a:pt x="291473" y="609881"/>
                    <a:pt x="283250" y="608180"/>
                  </a:cubicBezTo>
                  <a:cubicBezTo>
                    <a:pt x="157928" y="581528"/>
                    <a:pt x="66914" y="468965"/>
                    <a:pt x="66914" y="340524"/>
                  </a:cubicBezTo>
                  <a:cubicBezTo>
                    <a:pt x="66914" y="189968"/>
                    <a:pt x="189401" y="66914"/>
                    <a:pt x="340241" y="6663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nvGrpSpPr>
          <p:cNvPr id="175" name="Google Shape;175;p28"/>
          <p:cNvGrpSpPr/>
          <p:nvPr/>
        </p:nvGrpSpPr>
        <p:grpSpPr>
          <a:xfrm>
            <a:off x="5481546" y="1243052"/>
            <a:ext cx="232210" cy="218118"/>
            <a:chOff x="3676971" y="3049410"/>
            <a:chExt cx="232210" cy="218118"/>
          </a:xfrm>
        </p:grpSpPr>
        <p:sp>
          <p:nvSpPr>
            <p:cNvPr id="176" name="Google Shape;176;p28"/>
            <p:cNvSpPr/>
            <p:nvPr/>
          </p:nvSpPr>
          <p:spPr>
            <a:xfrm>
              <a:off x="3676971" y="3049410"/>
              <a:ext cx="232210" cy="218118"/>
            </a:xfrm>
            <a:custGeom>
              <a:avLst/>
              <a:gdLst/>
              <a:ahLst/>
              <a:cxnLst/>
              <a:rect l="l" t="t" r="r" b="b"/>
              <a:pathLst>
                <a:path w="654112" h="614417" extrusionOk="0">
                  <a:moveTo>
                    <a:pt x="567635" y="283"/>
                  </a:moveTo>
                  <a:lnTo>
                    <a:pt x="86478" y="283"/>
                  </a:lnTo>
                  <a:cubicBezTo>
                    <a:pt x="38844" y="283"/>
                    <a:pt x="0" y="39128"/>
                    <a:pt x="0" y="86761"/>
                  </a:cubicBezTo>
                  <a:lnTo>
                    <a:pt x="0" y="428419"/>
                  </a:lnTo>
                  <a:cubicBezTo>
                    <a:pt x="0" y="476053"/>
                    <a:pt x="38844" y="514897"/>
                    <a:pt x="86478" y="514897"/>
                  </a:cubicBezTo>
                  <a:lnTo>
                    <a:pt x="132977" y="514897"/>
                  </a:lnTo>
                  <a:lnTo>
                    <a:pt x="132977" y="581244"/>
                  </a:lnTo>
                  <a:cubicBezTo>
                    <a:pt x="132977" y="593436"/>
                    <a:pt x="139499" y="604494"/>
                    <a:pt x="149989" y="610165"/>
                  </a:cubicBezTo>
                  <a:cubicBezTo>
                    <a:pt x="155093" y="613000"/>
                    <a:pt x="160764" y="614418"/>
                    <a:pt x="166151" y="614418"/>
                  </a:cubicBezTo>
                  <a:cubicBezTo>
                    <a:pt x="172388" y="614418"/>
                    <a:pt x="178343" y="612716"/>
                    <a:pt x="183730" y="609314"/>
                  </a:cubicBezTo>
                  <a:lnTo>
                    <a:pt x="336555" y="514614"/>
                  </a:lnTo>
                  <a:lnTo>
                    <a:pt x="567635" y="514614"/>
                  </a:lnTo>
                  <a:cubicBezTo>
                    <a:pt x="615268" y="514614"/>
                    <a:pt x="654112" y="475770"/>
                    <a:pt x="654112" y="428136"/>
                  </a:cubicBezTo>
                  <a:lnTo>
                    <a:pt x="654112" y="86478"/>
                  </a:lnTo>
                  <a:cubicBezTo>
                    <a:pt x="654112" y="38844"/>
                    <a:pt x="615268" y="0"/>
                    <a:pt x="567635" y="0"/>
                  </a:cubicBezTo>
                  <a:close/>
                  <a:moveTo>
                    <a:pt x="587766" y="428136"/>
                  </a:moveTo>
                  <a:cubicBezTo>
                    <a:pt x="587766" y="439194"/>
                    <a:pt x="578976" y="447983"/>
                    <a:pt x="567918" y="447983"/>
                  </a:cubicBezTo>
                  <a:lnTo>
                    <a:pt x="327481" y="447983"/>
                  </a:lnTo>
                  <a:cubicBezTo>
                    <a:pt x="321244" y="447983"/>
                    <a:pt x="315289" y="449684"/>
                    <a:pt x="309902" y="453087"/>
                  </a:cubicBezTo>
                  <a:lnTo>
                    <a:pt x="199891" y="521135"/>
                  </a:lnTo>
                  <a:lnTo>
                    <a:pt x="199891" y="481157"/>
                  </a:lnTo>
                  <a:cubicBezTo>
                    <a:pt x="199891" y="462727"/>
                    <a:pt x="184864" y="447983"/>
                    <a:pt x="166718" y="447983"/>
                  </a:cubicBezTo>
                  <a:lnTo>
                    <a:pt x="87045" y="447983"/>
                  </a:lnTo>
                  <a:cubicBezTo>
                    <a:pt x="75987" y="447983"/>
                    <a:pt x="67197" y="439194"/>
                    <a:pt x="67197" y="428136"/>
                  </a:cubicBezTo>
                  <a:lnTo>
                    <a:pt x="67197" y="86478"/>
                  </a:lnTo>
                  <a:cubicBezTo>
                    <a:pt x="67197" y="75420"/>
                    <a:pt x="75987" y="66630"/>
                    <a:pt x="87045" y="66630"/>
                  </a:cubicBezTo>
                  <a:lnTo>
                    <a:pt x="568202" y="66630"/>
                  </a:lnTo>
                  <a:cubicBezTo>
                    <a:pt x="579260" y="66630"/>
                    <a:pt x="588049" y="75420"/>
                    <a:pt x="588049" y="86478"/>
                  </a:cubicBezTo>
                  <a:lnTo>
                    <a:pt x="588049" y="428136"/>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77" name="Google Shape;177;p28"/>
            <p:cNvSpPr/>
            <p:nvPr/>
          </p:nvSpPr>
          <p:spPr>
            <a:xfrm>
              <a:off x="3732139" y="3143501"/>
              <a:ext cx="122234" cy="42509"/>
            </a:xfrm>
            <a:custGeom>
              <a:avLst/>
              <a:gdLst/>
              <a:ahLst/>
              <a:cxnLst/>
              <a:rect l="l" t="t" r="r" b="b"/>
              <a:pathLst>
                <a:path w="344322" h="119744" extrusionOk="0">
                  <a:moveTo>
                    <a:pt x="288164" y="9167"/>
                  </a:moveTo>
                  <a:cubicBezTo>
                    <a:pt x="224936" y="68425"/>
                    <a:pt x="124565" y="68142"/>
                    <a:pt x="54816" y="8033"/>
                  </a:cubicBezTo>
                  <a:cubicBezTo>
                    <a:pt x="40922" y="-3876"/>
                    <a:pt x="19941" y="-2458"/>
                    <a:pt x="8033" y="11718"/>
                  </a:cubicBezTo>
                  <a:cubicBezTo>
                    <a:pt x="-3876" y="25612"/>
                    <a:pt x="-2458" y="46593"/>
                    <a:pt x="11718" y="58501"/>
                  </a:cubicBezTo>
                  <a:cubicBezTo>
                    <a:pt x="57651" y="97913"/>
                    <a:pt x="115775" y="119745"/>
                    <a:pt x="174750" y="119745"/>
                  </a:cubicBezTo>
                  <a:lnTo>
                    <a:pt x="175601" y="119745"/>
                  </a:lnTo>
                  <a:cubicBezTo>
                    <a:pt x="235143" y="119745"/>
                    <a:pt x="291283" y="97346"/>
                    <a:pt x="333813" y="57651"/>
                  </a:cubicBezTo>
                  <a:cubicBezTo>
                    <a:pt x="347139" y="44892"/>
                    <a:pt x="347990" y="23910"/>
                    <a:pt x="335231" y="10868"/>
                  </a:cubicBezTo>
                  <a:cubicBezTo>
                    <a:pt x="322755" y="-2742"/>
                    <a:pt x="301774" y="-3309"/>
                    <a:pt x="288447" y="9167"/>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78" name="Google Shape;178;p28"/>
            <p:cNvSpPr/>
            <p:nvPr/>
          </p:nvSpPr>
          <p:spPr>
            <a:xfrm>
              <a:off x="3810071" y="3100971"/>
              <a:ext cx="28284" cy="28284"/>
            </a:xfrm>
            <a:custGeom>
              <a:avLst/>
              <a:gdLst/>
              <a:ahLst/>
              <a:cxnLst/>
              <a:rect l="l" t="t" r="r" b="b"/>
              <a:pathLst>
                <a:path w="79673" h="79672" extrusionOk="0">
                  <a:moveTo>
                    <a:pt x="39837" y="79673"/>
                  </a:moveTo>
                  <a:lnTo>
                    <a:pt x="39837" y="79673"/>
                  </a:lnTo>
                  <a:cubicBezTo>
                    <a:pt x="54297" y="79673"/>
                    <a:pt x="67056" y="72301"/>
                    <a:pt x="74144" y="60109"/>
                  </a:cubicBezTo>
                  <a:cubicBezTo>
                    <a:pt x="81516" y="47350"/>
                    <a:pt x="81516" y="32039"/>
                    <a:pt x="74144" y="19564"/>
                  </a:cubicBezTo>
                  <a:cubicBezTo>
                    <a:pt x="67056" y="7372"/>
                    <a:pt x="54297" y="0"/>
                    <a:pt x="39837" y="0"/>
                  </a:cubicBezTo>
                  <a:lnTo>
                    <a:pt x="39837" y="0"/>
                  </a:lnTo>
                  <a:cubicBezTo>
                    <a:pt x="25376" y="0"/>
                    <a:pt x="12617" y="7372"/>
                    <a:pt x="5529" y="19564"/>
                  </a:cubicBezTo>
                  <a:cubicBezTo>
                    <a:pt x="-1843" y="32323"/>
                    <a:pt x="-1843" y="47634"/>
                    <a:pt x="5529" y="60109"/>
                  </a:cubicBezTo>
                  <a:cubicBezTo>
                    <a:pt x="12617" y="72301"/>
                    <a:pt x="25660" y="79673"/>
                    <a:pt x="39837" y="7967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79" name="Google Shape;179;p28"/>
            <p:cNvSpPr/>
            <p:nvPr/>
          </p:nvSpPr>
          <p:spPr>
            <a:xfrm>
              <a:off x="3748904" y="3100971"/>
              <a:ext cx="28284" cy="28284"/>
            </a:xfrm>
            <a:custGeom>
              <a:avLst/>
              <a:gdLst/>
              <a:ahLst/>
              <a:cxnLst/>
              <a:rect l="l" t="t" r="r" b="b"/>
              <a:pathLst>
                <a:path w="79673" h="79672" extrusionOk="0">
                  <a:moveTo>
                    <a:pt x="39837" y="79673"/>
                  </a:moveTo>
                  <a:lnTo>
                    <a:pt x="39837" y="79673"/>
                  </a:lnTo>
                  <a:cubicBezTo>
                    <a:pt x="54297" y="79673"/>
                    <a:pt x="67056" y="72301"/>
                    <a:pt x="74144" y="60109"/>
                  </a:cubicBezTo>
                  <a:cubicBezTo>
                    <a:pt x="81516" y="47350"/>
                    <a:pt x="81516" y="32039"/>
                    <a:pt x="74144" y="19564"/>
                  </a:cubicBezTo>
                  <a:cubicBezTo>
                    <a:pt x="67056" y="7372"/>
                    <a:pt x="54297" y="0"/>
                    <a:pt x="39837" y="0"/>
                  </a:cubicBezTo>
                  <a:lnTo>
                    <a:pt x="39837" y="0"/>
                  </a:lnTo>
                  <a:cubicBezTo>
                    <a:pt x="25376" y="0"/>
                    <a:pt x="12617" y="7372"/>
                    <a:pt x="5529" y="19564"/>
                  </a:cubicBezTo>
                  <a:cubicBezTo>
                    <a:pt x="-1843" y="32323"/>
                    <a:pt x="-1843" y="47634"/>
                    <a:pt x="5529" y="60109"/>
                  </a:cubicBezTo>
                  <a:cubicBezTo>
                    <a:pt x="12617" y="72301"/>
                    <a:pt x="25660" y="79673"/>
                    <a:pt x="39837" y="7967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180" name="Google Shape;180;p28"/>
          <p:cNvSpPr/>
          <p:nvPr/>
        </p:nvSpPr>
        <p:spPr>
          <a:xfrm>
            <a:off x="7521099" y="1240988"/>
            <a:ext cx="228895" cy="222245"/>
          </a:xfrm>
          <a:custGeom>
            <a:avLst/>
            <a:gdLst/>
            <a:ahLst/>
            <a:cxnLst/>
            <a:rect l="l" t="t" r="r" b="b"/>
            <a:pathLst>
              <a:path w="644775" h="626042" extrusionOk="0">
                <a:moveTo>
                  <a:pt x="425301" y="280415"/>
                </a:moveTo>
                <a:lnTo>
                  <a:pt x="552891" y="280415"/>
                </a:lnTo>
                <a:cubicBezTo>
                  <a:pt x="593153" y="280415"/>
                  <a:pt x="626043" y="247525"/>
                  <a:pt x="626043" y="207263"/>
                </a:cubicBezTo>
                <a:lnTo>
                  <a:pt x="626043" y="79673"/>
                </a:lnTo>
                <a:cubicBezTo>
                  <a:pt x="626043" y="39411"/>
                  <a:pt x="593153" y="6521"/>
                  <a:pt x="552891" y="6521"/>
                </a:cubicBezTo>
                <a:lnTo>
                  <a:pt x="425301" y="6521"/>
                </a:lnTo>
                <a:cubicBezTo>
                  <a:pt x="385039" y="6521"/>
                  <a:pt x="352149" y="39411"/>
                  <a:pt x="352149" y="79673"/>
                </a:cubicBezTo>
                <a:lnTo>
                  <a:pt x="352149" y="207263"/>
                </a:lnTo>
                <a:cubicBezTo>
                  <a:pt x="352149" y="247525"/>
                  <a:pt x="385039" y="280415"/>
                  <a:pt x="425301" y="280415"/>
                </a:cubicBezTo>
                <a:close/>
                <a:moveTo>
                  <a:pt x="418779" y="79673"/>
                </a:moveTo>
                <a:cubicBezTo>
                  <a:pt x="418779" y="75987"/>
                  <a:pt x="421898" y="73152"/>
                  <a:pt x="425301" y="73152"/>
                </a:cubicBezTo>
                <a:lnTo>
                  <a:pt x="552891" y="73152"/>
                </a:lnTo>
                <a:cubicBezTo>
                  <a:pt x="556577" y="73152"/>
                  <a:pt x="559412" y="76271"/>
                  <a:pt x="559412" y="79673"/>
                </a:cubicBezTo>
                <a:lnTo>
                  <a:pt x="559412" y="207263"/>
                </a:lnTo>
                <a:cubicBezTo>
                  <a:pt x="559412" y="210949"/>
                  <a:pt x="556293" y="213784"/>
                  <a:pt x="552891" y="213784"/>
                </a:cubicBezTo>
                <a:lnTo>
                  <a:pt x="425301" y="213784"/>
                </a:lnTo>
                <a:cubicBezTo>
                  <a:pt x="421615" y="213784"/>
                  <a:pt x="418779" y="210666"/>
                  <a:pt x="418779" y="207263"/>
                </a:cubicBezTo>
                <a:lnTo>
                  <a:pt x="418779" y="79673"/>
                </a:lnTo>
                <a:close/>
                <a:moveTo>
                  <a:pt x="204711" y="352149"/>
                </a:moveTo>
                <a:lnTo>
                  <a:pt x="77121" y="352149"/>
                </a:lnTo>
                <a:cubicBezTo>
                  <a:pt x="36859" y="352149"/>
                  <a:pt x="3969" y="385039"/>
                  <a:pt x="3969" y="425301"/>
                </a:cubicBezTo>
                <a:lnTo>
                  <a:pt x="3969" y="552891"/>
                </a:lnTo>
                <a:cubicBezTo>
                  <a:pt x="3969" y="593153"/>
                  <a:pt x="36859" y="626043"/>
                  <a:pt x="77121" y="626043"/>
                </a:cubicBezTo>
                <a:lnTo>
                  <a:pt x="204711" y="626043"/>
                </a:lnTo>
                <a:cubicBezTo>
                  <a:pt x="244973" y="626043"/>
                  <a:pt x="277863" y="593153"/>
                  <a:pt x="277863" y="552891"/>
                </a:cubicBezTo>
                <a:lnTo>
                  <a:pt x="277863" y="425301"/>
                </a:lnTo>
                <a:cubicBezTo>
                  <a:pt x="277863" y="385039"/>
                  <a:pt x="244973" y="352149"/>
                  <a:pt x="204711" y="352149"/>
                </a:cubicBezTo>
                <a:close/>
                <a:moveTo>
                  <a:pt x="211516" y="552891"/>
                </a:moveTo>
                <a:cubicBezTo>
                  <a:pt x="211516" y="556577"/>
                  <a:pt x="208681" y="559412"/>
                  <a:pt x="204995" y="559412"/>
                </a:cubicBezTo>
                <a:lnTo>
                  <a:pt x="77405" y="559412"/>
                </a:lnTo>
                <a:cubicBezTo>
                  <a:pt x="73719" y="559412"/>
                  <a:pt x="70883" y="556577"/>
                  <a:pt x="70883" y="552891"/>
                </a:cubicBezTo>
                <a:lnTo>
                  <a:pt x="70883" y="425301"/>
                </a:lnTo>
                <a:cubicBezTo>
                  <a:pt x="70883" y="421615"/>
                  <a:pt x="74002" y="418779"/>
                  <a:pt x="77405" y="418779"/>
                </a:cubicBezTo>
                <a:lnTo>
                  <a:pt x="204995" y="418779"/>
                </a:lnTo>
                <a:cubicBezTo>
                  <a:pt x="208681" y="418779"/>
                  <a:pt x="211516" y="421898"/>
                  <a:pt x="211516" y="425301"/>
                </a:cubicBezTo>
                <a:lnTo>
                  <a:pt x="211516" y="552891"/>
                </a:lnTo>
                <a:close/>
                <a:moveTo>
                  <a:pt x="143468" y="0"/>
                </a:moveTo>
                <a:cubicBezTo>
                  <a:pt x="64362" y="0"/>
                  <a:pt x="0" y="64362"/>
                  <a:pt x="0" y="143468"/>
                </a:cubicBezTo>
                <a:cubicBezTo>
                  <a:pt x="0" y="222574"/>
                  <a:pt x="64362" y="286936"/>
                  <a:pt x="143468" y="286936"/>
                </a:cubicBezTo>
                <a:cubicBezTo>
                  <a:pt x="222574" y="286936"/>
                  <a:pt x="286936" y="222574"/>
                  <a:pt x="286936" y="143468"/>
                </a:cubicBezTo>
                <a:cubicBezTo>
                  <a:pt x="286936" y="64362"/>
                  <a:pt x="222574" y="0"/>
                  <a:pt x="143468" y="0"/>
                </a:cubicBezTo>
                <a:close/>
                <a:moveTo>
                  <a:pt x="143468" y="220589"/>
                </a:moveTo>
                <a:cubicBezTo>
                  <a:pt x="100938" y="220589"/>
                  <a:pt x="66347" y="185998"/>
                  <a:pt x="66347" y="143468"/>
                </a:cubicBezTo>
                <a:cubicBezTo>
                  <a:pt x="66347" y="100938"/>
                  <a:pt x="100938" y="66347"/>
                  <a:pt x="143468" y="66347"/>
                </a:cubicBezTo>
                <a:cubicBezTo>
                  <a:pt x="185998" y="66347"/>
                  <a:pt x="220589" y="100938"/>
                  <a:pt x="220589" y="143468"/>
                </a:cubicBezTo>
                <a:cubicBezTo>
                  <a:pt x="220589" y="185998"/>
                  <a:pt x="185998" y="220589"/>
                  <a:pt x="143468" y="220589"/>
                </a:cubicBezTo>
                <a:close/>
                <a:moveTo>
                  <a:pt x="634265" y="518583"/>
                </a:moveTo>
                <a:lnTo>
                  <a:pt x="544952" y="374548"/>
                </a:lnTo>
                <a:cubicBezTo>
                  <a:pt x="532477" y="354701"/>
                  <a:pt x="511211" y="342792"/>
                  <a:pt x="487678" y="342792"/>
                </a:cubicBezTo>
                <a:cubicBezTo>
                  <a:pt x="464145" y="342792"/>
                  <a:pt x="442880" y="354701"/>
                  <a:pt x="430404" y="374548"/>
                </a:cubicBezTo>
                <a:lnTo>
                  <a:pt x="341091" y="518583"/>
                </a:lnTo>
                <a:cubicBezTo>
                  <a:pt x="328048" y="539565"/>
                  <a:pt x="327481" y="565650"/>
                  <a:pt x="339390" y="587199"/>
                </a:cubicBezTo>
                <a:cubicBezTo>
                  <a:pt x="351298" y="608464"/>
                  <a:pt x="373697" y="621790"/>
                  <a:pt x="398365" y="621790"/>
                </a:cubicBezTo>
                <a:lnTo>
                  <a:pt x="577275" y="621790"/>
                </a:lnTo>
                <a:cubicBezTo>
                  <a:pt x="601659" y="621790"/>
                  <a:pt x="624341" y="608464"/>
                  <a:pt x="636250" y="587199"/>
                </a:cubicBezTo>
                <a:cubicBezTo>
                  <a:pt x="648158" y="565650"/>
                  <a:pt x="647591" y="539281"/>
                  <a:pt x="634548" y="518583"/>
                </a:cubicBezTo>
                <a:close/>
                <a:moveTo>
                  <a:pt x="577558" y="555443"/>
                </a:moveTo>
                <a:cubicBezTo>
                  <a:pt x="577558" y="555443"/>
                  <a:pt x="577558" y="555443"/>
                  <a:pt x="577275" y="555443"/>
                </a:cubicBezTo>
                <a:lnTo>
                  <a:pt x="398081" y="555443"/>
                </a:lnTo>
                <a:cubicBezTo>
                  <a:pt x="398081" y="555443"/>
                  <a:pt x="397798" y="553742"/>
                  <a:pt x="397798" y="553742"/>
                </a:cubicBezTo>
                <a:lnTo>
                  <a:pt x="487111" y="409706"/>
                </a:lnTo>
                <a:lnTo>
                  <a:pt x="488529" y="409706"/>
                </a:lnTo>
                <a:lnTo>
                  <a:pt x="577842" y="553742"/>
                </a:lnTo>
                <a:lnTo>
                  <a:pt x="577842" y="55544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0"/>
          <p:cNvSpPr txBox="1">
            <a:spLocks noGrp="1"/>
          </p:cNvSpPr>
          <p:nvPr>
            <p:ph type="title"/>
          </p:nvPr>
        </p:nvSpPr>
        <p:spPr>
          <a:xfrm>
            <a:off x="228600" y="342150"/>
            <a:ext cx="3710400" cy="68376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PROJECT OVERVIEW</a:t>
            </a:r>
            <a:endParaRPr dirty="0"/>
          </a:p>
        </p:txBody>
      </p:sp>
      <p:sp>
        <p:nvSpPr>
          <p:cNvPr id="207" name="Google Shape;207;p30"/>
          <p:cNvSpPr txBox="1">
            <a:spLocks noGrp="1"/>
          </p:cNvSpPr>
          <p:nvPr>
            <p:ph type="body" idx="1"/>
          </p:nvPr>
        </p:nvSpPr>
        <p:spPr>
          <a:xfrm>
            <a:off x="228600" y="3276000"/>
            <a:ext cx="3710400" cy="16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273D40"/>
              </a:buClr>
              <a:buSzPts val="600"/>
              <a:buFont typeface="Arial"/>
              <a:buNone/>
            </a:pPr>
            <a:r>
              <a:rPr lang="en">
                <a:solidFill>
                  <a:schemeClr val="dk1"/>
                </a:solidFill>
              </a:rPr>
              <a:t>Do you know what helps you make your point clear?</a:t>
            </a:r>
            <a:br>
              <a:rPr lang="en">
                <a:solidFill>
                  <a:schemeClr val="dk1"/>
                </a:solidFill>
              </a:rPr>
            </a:br>
            <a:r>
              <a:rPr lang="en">
                <a:solidFill>
                  <a:schemeClr val="dk1"/>
                </a:solidFill>
              </a:rPr>
              <a:t>Lists like this one:</a:t>
            </a:r>
            <a:endParaRPr>
              <a:solidFill>
                <a:schemeClr val="dk1"/>
              </a:solidFill>
            </a:endParaRPr>
          </a:p>
          <a:p>
            <a:pPr marL="241300" lvl="0" indent="-203200" algn="l" rtl="0">
              <a:spcBef>
                <a:spcPts val="0"/>
              </a:spcBef>
              <a:spcAft>
                <a:spcPts val="0"/>
              </a:spcAft>
              <a:buClr>
                <a:schemeClr val="dk1"/>
              </a:buClr>
              <a:buSzPts val="1200"/>
              <a:buChar char="●"/>
            </a:pPr>
            <a:r>
              <a:rPr lang="en">
                <a:solidFill>
                  <a:schemeClr val="dk1"/>
                </a:solidFill>
              </a:rPr>
              <a:t>They’re simple </a:t>
            </a:r>
            <a:endParaRPr>
              <a:solidFill>
                <a:schemeClr val="dk1"/>
              </a:solidFill>
            </a:endParaRPr>
          </a:p>
          <a:p>
            <a:pPr marL="241300" lvl="0" indent="-203200" algn="l" rtl="0">
              <a:spcBef>
                <a:spcPts val="0"/>
              </a:spcBef>
              <a:spcAft>
                <a:spcPts val="0"/>
              </a:spcAft>
              <a:buClr>
                <a:schemeClr val="dk1"/>
              </a:buClr>
              <a:buSzPts val="1200"/>
              <a:buChar char="●"/>
            </a:pPr>
            <a:r>
              <a:rPr lang="en">
                <a:solidFill>
                  <a:schemeClr val="dk1"/>
                </a:solidFill>
              </a:rPr>
              <a:t>You can organize your ideas clearly</a:t>
            </a:r>
            <a:endParaRPr>
              <a:solidFill>
                <a:schemeClr val="dk1"/>
              </a:solidFill>
            </a:endParaRPr>
          </a:p>
          <a:p>
            <a:pPr marL="241300" lvl="0" indent="-203200" algn="l" rtl="0">
              <a:spcBef>
                <a:spcPts val="0"/>
              </a:spcBef>
              <a:spcAft>
                <a:spcPts val="0"/>
              </a:spcAft>
              <a:buClr>
                <a:schemeClr val="dk1"/>
              </a:buClr>
              <a:buSzPts val="1200"/>
              <a:buChar char="●"/>
            </a:pPr>
            <a:r>
              <a:rPr lang="en">
                <a:solidFill>
                  <a:schemeClr val="dk1"/>
                </a:solidFill>
              </a:rPr>
              <a:t>You’ll never forget to buy milk!</a:t>
            </a:r>
            <a:endParaRPr>
              <a:solidFill>
                <a:schemeClr val="dk1"/>
              </a:solidFill>
            </a:endParaRPr>
          </a:p>
          <a:p>
            <a:pPr marL="0" lvl="0" indent="0" algn="l" rtl="0">
              <a:spcBef>
                <a:spcPts val="1600"/>
              </a:spcBef>
              <a:spcAft>
                <a:spcPts val="0"/>
              </a:spcAft>
              <a:buNone/>
            </a:pPr>
            <a:r>
              <a:rPr lang="en"/>
              <a:t>You can replace the image. Just right-click on it and select “Replace image”</a:t>
            </a:r>
            <a:endParaRPr/>
          </a:p>
        </p:txBody>
      </p:sp>
      <p:sp>
        <p:nvSpPr>
          <p:cNvPr id="2" name="TextBox 1">
            <a:extLst>
              <a:ext uri="{FF2B5EF4-FFF2-40B4-BE49-F238E27FC236}">
                <a16:creationId xmlns:a16="http://schemas.microsoft.com/office/drawing/2014/main" id="{3BB8CCFA-FA75-48A4-CC35-7FAE6B01F28E}"/>
              </a:ext>
            </a:extLst>
          </p:cNvPr>
          <p:cNvSpPr txBox="1"/>
          <p:nvPr/>
        </p:nvSpPr>
        <p:spPr>
          <a:xfrm>
            <a:off x="-27240" y="228600"/>
            <a:ext cx="511679" cy="584775"/>
          </a:xfrm>
          <a:prstGeom prst="rect">
            <a:avLst/>
          </a:prstGeom>
          <a:noFill/>
        </p:spPr>
        <p:txBody>
          <a:bodyPr wrap="none" rtlCol="0">
            <a:spAutoFit/>
          </a:bodyPr>
          <a:lstStyle/>
          <a:p>
            <a:r>
              <a:rPr lang="en" sz="3200" dirty="0">
                <a:latin typeface="VT323" panose="020B0604020202020204" charset="0"/>
              </a:rPr>
              <a:t>02</a:t>
            </a:r>
          </a:p>
        </p:txBody>
      </p:sp>
      <p:sp>
        <p:nvSpPr>
          <p:cNvPr id="4" name="Picture Placeholder 3">
            <a:extLst>
              <a:ext uri="{FF2B5EF4-FFF2-40B4-BE49-F238E27FC236}">
                <a16:creationId xmlns:a16="http://schemas.microsoft.com/office/drawing/2014/main" id="{27F51978-CBD7-970B-FBB0-2312A773984E}"/>
              </a:ext>
            </a:extLst>
          </p:cNvPr>
          <p:cNvSpPr>
            <a:spLocks noGrp="1"/>
          </p:cNvSpPr>
          <p:nvPr>
            <p:ph type="pic" idx="2"/>
          </p:nvPr>
        </p:nvSpPr>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3"/>
          <p:cNvSpPr txBox="1">
            <a:spLocks noGrp="1"/>
          </p:cNvSpPr>
          <p:nvPr>
            <p:ph type="title"/>
          </p:nvPr>
        </p:nvSpPr>
        <p:spPr>
          <a:xfrm>
            <a:off x="228600" y="329146"/>
            <a:ext cx="8686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 PROBLEM STATEMENT</a:t>
            </a:r>
            <a:endParaRPr dirty="0"/>
          </a:p>
        </p:txBody>
      </p:sp>
      <p:sp>
        <p:nvSpPr>
          <p:cNvPr id="226" name="Google Shape;226;p33"/>
          <p:cNvSpPr txBox="1">
            <a:spLocks noGrp="1"/>
          </p:cNvSpPr>
          <p:nvPr>
            <p:ph type="subTitle" idx="3"/>
          </p:nvPr>
        </p:nvSpPr>
        <p:spPr>
          <a:xfrm>
            <a:off x="1987350" y="1756451"/>
            <a:ext cx="5169300" cy="80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 This planet’s name has nothing to do with the liquid metal</a:t>
            </a:r>
            <a:endParaRPr/>
          </a:p>
        </p:txBody>
      </p:sp>
      <p:sp>
        <p:nvSpPr>
          <p:cNvPr id="227" name="Google Shape;227;p33"/>
          <p:cNvSpPr txBox="1">
            <a:spLocks noGrp="1"/>
          </p:cNvSpPr>
          <p:nvPr>
            <p:ph type="subTitle" idx="4"/>
          </p:nvPr>
        </p:nvSpPr>
        <p:spPr>
          <a:xfrm>
            <a:off x="1987350" y="3700970"/>
            <a:ext cx="5169300" cy="80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hot and is the second-brightest natural object in the night sky</a:t>
            </a:r>
            <a:endParaRPr/>
          </a:p>
        </p:txBody>
      </p:sp>
      <p:sp>
        <p:nvSpPr>
          <p:cNvPr id="228" name="Google Shape;228;p33"/>
          <p:cNvSpPr txBox="1">
            <a:spLocks noGrp="1"/>
          </p:cNvSpPr>
          <p:nvPr>
            <p:ph type="subTitle" idx="1"/>
          </p:nvPr>
        </p:nvSpPr>
        <p:spPr>
          <a:xfrm>
            <a:off x="1987354" y="1276075"/>
            <a:ext cx="51693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LET’S LEARN ABOUT MERCURY</a:t>
            </a:r>
            <a:endParaRPr dirty="0"/>
          </a:p>
        </p:txBody>
      </p:sp>
      <p:sp>
        <p:nvSpPr>
          <p:cNvPr id="229" name="Google Shape;229;p33"/>
          <p:cNvSpPr txBox="1">
            <a:spLocks noGrp="1"/>
          </p:cNvSpPr>
          <p:nvPr>
            <p:ph type="subTitle" idx="2"/>
          </p:nvPr>
        </p:nvSpPr>
        <p:spPr>
          <a:xfrm>
            <a:off x="1987354" y="3220595"/>
            <a:ext cx="51693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LET’S TAKE A LOOK AT VENUS</a:t>
            </a:r>
            <a:endParaRPr/>
          </a:p>
        </p:txBody>
      </p:sp>
      <p:sp>
        <p:nvSpPr>
          <p:cNvPr id="2" name="TextBox 1">
            <a:extLst>
              <a:ext uri="{FF2B5EF4-FFF2-40B4-BE49-F238E27FC236}">
                <a16:creationId xmlns:a16="http://schemas.microsoft.com/office/drawing/2014/main" id="{95B3E6A5-B7C8-2B8B-FC27-C112A6243992}"/>
              </a:ext>
            </a:extLst>
          </p:cNvPr>
          <p:cNvSpPr txBox="1"/>
          <p:nvPr/>
        </p:nvSpPr>
        <p:spPr>
          <a:xfrm>
            <a:off x="0" y="211798"/>
            <a:ext cx="511679" cy="584775"/>
          </a:xfrm>
          <a:prstGeom prst="rect">
            <a:avLst/>
          </a:prstGeom>
          <a:noFill/>
        </p:spPr>
        <p:txBody>
          <a:bodyPr wrap="none" rtlCol="0">
            <a:spAutoFit/>
          </a:bodyPr>
          <a:lstStyle/>
          <a:p>
            <a:r>
              <a:rPr lang="en-US" sz="3200" dirty="0">
                <a:latin typeface="VT323" panose="020B0604020202020204" charset="0"/>
              </a:rPr>
              <a:t>03</a:t>
            </a:r>
            <a:endParaRPr lang="en-IN" sz="3200" dirty="0">
              <a:latin typeface="VT323" panose="020B060402020202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4"/>
          <p:cNvSpPr txBox="1">
            <a:spLocks noGrp="1"/>
          </p:cNvSpPr>
          <p:nvPr>
            <p:ph type="title" idx="6"/>
          </p:nvPr>
        </p:nvSpPr>
        <p:spPr>
          <a:xfrm>
            <a:off x="228600" y="342539"/>
            <a:ext cx="8686800" cy="80106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PROJECT SCOPE</a:t>
            </a:r>
            <a:endParaRPr dirty="0"/>
          </a:p>
        </p:txBody>
      </p:sp>
      <p:sp>
        <p:nvSpPr>
          <p:cNvPr id="235" name="Google Shape;235;p34"/>
          <p:cNvSpPr txBox="1">
            <a:spLocks noGrp="1"/>
          </p:cNvSpPr>
          <p:nvPr>
            <p:ph type="subTitle" idx="1"/>
          </p:nvPr>
        </p:nvSpPr>
        <p:spPr>
          <a:xfrm>
            <a:off x="2017726" y="2519050"/>
            <a:ext cx="5911800" cy="73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it is very hot and is the second planet in our Solar System. Its atmosphere is extremely poisonous. It’s the second-brightest natural object in the night sky after the Moon</a:t>
            </a:r>
            <a:endParaRPr/>
          </a:p>
        </p:txBody>
      </p:sp>
      <p:sp>
        <p:nvSpPr>
          <p:cNvPr id="236" name="Google Shape;236;p34"/>
          <p:cNvSpPr txBox="1">
            <a:spLocks noGrp="1"/>
          </p:cNvSpPr>
          <p:nvPr>
            <p:ph type="subTitle" idx="2"/>
          </p:nvPr>
        </p:nvSpPr>
        <p:spPr>
          <a:xfrm>
            <a:off x="2017425" y="1205425"/>
            <a:ext cx="5911800" cy="73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 This planet’s name has nothing to do with the liquid metal, since Mercury was named after the Roman messenger god</a:t>
            </a:r>
            <a:endParaRPr/>
          </a:p>
        </p:txBody>
      </p:sp>
      <p:sp>
        <p:nvSpPr>
          <p:cNvPr id="237" name="Google Shape;237;p34"/>
          <p:cNvSpPr txBox="1">
            <a:spLocks noGrp="1"/>
          </p:cNvSpPr>
          <p:nvPr>
            <p:ph type="subTitle" idx="3"/>
          </p:nvPr>
        </p:nvSpPr>
        <p:spPr>
          <a:xfrm>
            <a:off x="2017752" y="3832400"/>
            <a:ext cx="5911800" cy="73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a gas giant and the biggest planet in the Solar System. It’s the fourth-brightest object in the night sky and it has around eighty moons. It was named after the Roman god of the skies</a:t>
            </a:r>
            <a:endParaRPr/>
          </a:p>
        </p:txBody>
      </p:sp>
      <p:sp>
        <p:nvSpPr>
          <p:cNvPr id="238" name="Google Shape;238;p34"/>
          <p:cNvSpPr txBox="1">
            <a:spLocks noGrp="1"/>
          </p:cNvSpPr>
          <p:nvPr>
            <p:ph type="title"/>
          </p:nvPr>
        </p:nvSpPr>
        <p:spPr>
          <a:xfrm>
            <a:off x="1214429" y="2702041"/>
            <a:ext cx="930300" cy="31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
        <p:nvSpPr>
          <p:cNvPr id="239" name="Google Shape;239;p34"/>
          <p:cNvSpPr txBox="1">
            <a:spLocks noGrp="1"/>
          </p:cNvSpPr>
          <p:nvPr>
            <p:ph type="title" idx="4"/>
          </p:nvPr>
        </p:nvSpPr>
        <p:spPr>
          <a:xfrm>
            <a:off x="1214834" y="1388566"/>
            <a:ext cx="928500" cy="310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240" name="Google Shape;240;p34"/>
          <p:cNvSpPr txBox="1">
            <a:spLocks noGrp="1"/>
          </p:cNvSpPr>
          <p:nvPr>
            <p:ph type="title" idx="5"/>
          </p:nvPr>
        </p:nvSpPr>
        <p:spPr>
          <a:xfrm>
            <a:off x="1215241" y="4015391"/>
            <a:ext cx="930300" cy="31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03</a:t>
            </a:r>
            <a:endParaRPr/>
          </a:p>
        </p:txBody>
      </p:sp>
      <p:sp>
        <p:nvSpPr>
          <p:cNvPr id="2" name="TextBox 1">
            <a:extLst>
              <a:ext uri="{FF2B5EF4-FFF2-40B4-BE49-F238E27FC236}">
                <a16:creationId xmlns:a16="http://schemas.microsoft.com/office/drawing/2014/main" id="{797827C7-594A-8A49-E8D0-6F21A010E348}"/>
              </a:ext>
            </a:extLst>
          </p:cNvPr>
          <p:cNvSpPr txBox="1"/>
          <p:nvPr/>
        </p:nvSpPr>
        <p:spPr>
          <a:xfrm>
            <a:off x="-27240" y="280720"/>
            <a:ext cx="511679" cy="584775"/>
          </a:xfrm>
          <a:prstGeom prst="rect">
            <a:avLst/>
          </a:prstGeom>
          <a:noFill/>
        </p:spPr>
        <p:txBody>
          <a:bodyPr wrap="none" rtlCol="0">
            <a:spAutoFit/>
          </a:bodyPr>
          <a:lstStyle/>
          <a:p>
            <a:r>
              <a:rPr lang="en-US" sz="3200" dirty="0">
                <a:latin typeface="VT323" panose="020B0604020202020204" charset="0"/>
              </a:rPr>
              <a:t>04</a:t>
            </a:r>
            <a:endParaRPr lang="en-IN" sz="3200" dirty="0">
              <a:latin typeface="VT323" panose="020B060402020202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16884789-B2B6-7045-AF4B-9011098B9923}"/>
            </a:ext>
          </a:extLst>
        </p:cNvPr>
        <p:cNvGrpSpPr/>
        <p:nvPr/>
      </p:nvGrpSpPr>
      <p:grpSpPr>
        <a:xfrm>
          <a:off x="0" y="0"/>
          <a:ext cx="0" cy="0"/>
          <a:chOff x="0" y="0"/>
          <a:chExt cx="0" cy="0"/>
        </a:xfrm>
      </p:grpSpPr>
      <p:sp>
        <p:nvSpPr>
          <p:cNvPr id="234" name="Google Shape;234;p34">
            <a:extLst>
              <a:ext uri="{FF2B5EF4-FFF2-40B4-BE49-F238E27FC236}">
                <a16:creationId xmlns:a16="http://schemas.microsoft.com/office/drawing/2014/main" id="{F38A7DC7-6B52-77ED-BACD-A7C92E628526}"/>
              </a:ext>
            </a:extLst>
          </p:cNvPr>
          <p:cNvSpPr txBox="1">
            <a:spLocks noGrp="1"/>
          </p:cNvSpPr>
          <p:nvPr>
            <p:ph type="title" idx="6"/>
          </p:nvPr>
        </p:nvSpPr>
        <p:spPr>
          <a:xfrm>
            <a:off x="228600" y="342539"/>
            <a:ext cx="8686800" cy="80106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MODULES + FEASIBILITY STUDY</a:t>
            </a:r>
            <a:endParaRPr dirty="0"/>
          </a:p>
        </p:txBody>
      </p:sp>
      <p:sp>
        <p:nvSpPr>
          <p:cNvPr id="235" name="Google Shape;235;p34">
            <a:extLst>
              <a:ext uri="{FF2B5EF4-FFF2-40B4-BE49-F238E27FC236}">
                <a16:creationId xmlns:a16="http://schemas.microsoft.com/office/drawing/2014/main" id="{F02D0921-E2A9-BEED-6E40-8FCD636D6842}"/>
              </a:ext>
            </a:extLst>
          </p:cNvPr>
          <p:cNvSpPr txBox="1">
            <a:spLocks noGrp="1"/>
          </p:cNvSpPr>
          <p:nvPr>
            <p:ph type="subTitle" idx="1"/>
          </p:nvPr>
        </p:nvSpPr>
        <p:spPr>
          <a:xfrm>
            <a:off x="2017726" y="2519050"/>
            <a:ext cx="5911800" cy="73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it is very hot and is the second planet in our Solar System. Its atmosphere is extremely poisonous. It’s the second-brightest natural object in the night sky after the Moon</a:t>
            </a:r>
            <a:endParaRPr/>
          </a:p>
        </p:txBody>
      </p:sp>
      <p:sp>
        <p:nvSpPr>
          <p:cNvPr id="236" name="Google Shape;236;p34">
            <a:extLst>
              <a:ext uri="{FF2B5EF4-FFF2-40B4-BE49-F238E27FC236}">
                <a16:creationId xmlns:a16="http://schemas.microsoft.com/office/drawing/2014/main" id="{CE170E5A-D002-7191-0895-77FF2790D319}"/>
              </a:ext>
            </a:extLst>
          </p:cNvPr>
          <p:cNvSpPr txBox="1">
            <a:spLocks noGrp="1"/>
          </p:cNvSpPr>
          <p:nvPr>
            <p:ph type="subTitle" idx="2"/>
          </p:nvPr>
        </p:nvSpPr>
        <p:spPr>
          <a:xfrm>
            <a:off x="2017425" y="1205425"/>
            <a:ext cx="5911800" cy="73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 This planet’s name has nothing to do with the liquid metal, since Mercury was named after the Roman messenger god</a:t>
            </a:r>
            <a:endParaRPr/>
          </a:p>
        </p:txBody>
      </p:sp>
      <p:sp>
        <p:nvSpPr>
          <p:cNvPr id="237" name="Google Shape;237;p34">
            <a:extLst>
              <a:ext uri="{FF2B5EF4-FFF2-40B4-BE49-F238E27FC236}">
                <a16:creationId xmlns:a16="http://schemas.microsoft.com/office/drawing/2014/main" id="{ACEF1AAA-1794-F87C-D67A-2B9528161BDF}"/>
              </a:ext>
            </a:extLst>
          </p:cNvPr>
          <p:cNvSpPr txBox="1">
            <a:spLocks noGrp="1"/>
          </p:cNvSpPr>
          <p:nvPr>
            <p:ph type="subTitle" idx="3"/>
          </p:nvPr>
        </p:nvSpPr>
        <p:spPr>
          <a:xfrm>
            <a:off x="2017752" y="3832400"/>
            <a:ext cx="5911800" cy="73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a gas giant and the biggest planet in the Solar System. It’s the fourth-brightest object in the night sky and it has around eighty moons. It was named after the Roman god of the skies</a:t>
            </a:r>
            <a:endParaRPr/>
          </a:p>
        </p:txBody>
      </p:sp>
      <p:sp>
        <p:nvSpPr>
          <p:cNvPr id="238" name="Google Shape;238;p34">
            <a:extLst>
              <a:ext uri="{FF2B5EF4-FFF2-40B4-BE49-F238E27FC236}">
                <a16:creationId xmlns:a16="http://schemas.microsoft.com/office/drawing/2014/main" id="{18E5A2E7-68CE-1D02-8870-6620A1702B41}"/>
              </a:ext>
            </a:extLst>
          </p:cNvPr>
          <p:cNvSpPr txBox="1">
            <a:spLocks noGrp="1"/>
          </p:cNvSpPr>
          <p:nvPr>
            <p:ph type="title"/>
          </p:nvPr>
        </p:nvSpPr>
        <p:spPr>
          <a:xfrm>
            <a:off x="1214429" y="2702041"/>
            <a:ext cx="930300" cy="31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
        <p:nvSpPr>
          <p:cNvPr id="239" name="Google Shape;239;p34">
            <a:extLst>
              <a:ext uri="{FF2B5EF4-FFF2-40B4-BE49-F238E27FC236}">
                <a16:creationId xmlns:a16="http://schemas.microsoft.com/office/drawing/2014/main" id="{74B0336D-4214-F1E5-8FAF-AA522016177C}"/>
              </a:ext>
            </a:extLst>
          </p:cNvPr>
          <p:cNvSpPr txBox="1">
            <a:spLocks noGrp="1"/>
          </p:cNvSpPr>
          <p:nvPr>
            <p:ph type="title" idx="4"/>
          </p:nvPr>
        </p:nvSpPr>
        <p:spPr>
          <a:xfrm>
            <a:off x="1214834" y="1388566"/>
            <a:ext cx="928500" cy="310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240" name="Google Shape;240;p34">
            <a:extLst>
              <a:ext uri="{FF2B5EF4-FFF2-40B4-BE49-F238E27FC236}">
                <a16:creationId xmlns:a16="http://schemas.microsoft.com/office/drawing/2014/main" id="{C6A315A7-CDA7-67A0-A548-F8872EC9E8DB}"/>
              </a:ext>
            </a:extLst>
          </p:cNvPr>
          <p:cNvSpPr txBox="1">
            <a:spLocks noGrp="1"/>
          </p:cNvSpPr>
          <p:nvPr>
            <p:ph type="title" idx="5"/>
          </p:nvPr>
        </p:nvSpPr>
        <p:spPr>
          <a:xfrm>
            <a:off x="1215241" y="4015391"/>
            <a:ext cx="930300" cy="31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03</a:t>
            </a:r>
            <a:endParaRPr/>
          </a:p>
        </p:txBody>
      </p:sp>
      <p:sp>
        <p:nvSpPr>
          <p:cNvPr id="2" name="TextBox 1">
            <a:extLst>
              <a:ext uri="{FF2B5EF4-FFF2-40B4-BE49-F238E27FC236}">
                <a16:creationId xmlns:a16="http://schemas.microsoft.com/office/drawing/2014/main" id="{EA19273D-D781-7DB6-2606-C4A504E9123F}"/>
              </a:ext>
            </a:extLst>
          </p:cNvPr>
          <p:cNvSpPr txBox="1"/>
          <p:nvPr/>
        </p:nvSpPr>
        <p:spPr>
          <a:xfrm>
            <a:off x="-27240" y="280720"/>
            <a:ext cx="511679" cy="584775"/>
          </a:xfrm>
          <a:prstGeom prst="rect">
            <a:avLst/>
          </a:prstGeom>
          <a:noFill/>
        </p:spPr>
        <p:txBody>
          <a:bodyPr wrap="none" rtlCol="0">
            <a:spAutoFit/>
          </a:bodyPr>
          <a:lstStyle/>
          <a:p>
            <a:r>
              <a:rPr lang="en-US" sz="3200" dirty="0">
                <a:latin typeface="VT323" panose="020B0604020202020204" charset="0"/>
              </a:rPr>
              <a:t>05</a:t>
            </a:r>
            <a:endParaRPr lang="en-IN" sz="3200" dirty="0">
              <a:latin typeface="VT323" panose="020B0604020202020204" charset="0"/>
            </a:endParaRPr>
          </a:p>
        </p:txBody>
      </p:sp>
    </p:spTree>
    <p:extLst>
      <p:ext uri="{BB962C8B-B14F-4D97-AF65-F5344CB8AC3E}">
        <p14:creationId xmlns:p14="http://schemas.microsoft.com/office/powerpoint/2010/main" val="1980330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pic>
        <p:nvPicPr>
          <p:cNvPr id="262" name="Google Shape;262;p36" title="close-up-woman-working-digital-monitors.jpg"/>
          <p:cNvPicPr preferRelativeResize="0">
            <a:picLocks noGrp="1"/>
          </p:cNvPicPr>
          <p:nvPr>
            <p:ph type="pic" idx="2"/>
          </p:nvPr>
        </p:nvPicPr>
        <p:blipFill rotWithShape="1">
          <a:blip r:embed="rId3">
            <a:alphaModFix/>
          </a:blip>
          <a:srcRect/>
          <a:stretch/>
        </p:blipFill>
        <p:spPr>
          <a:xfrm>
            <a:off x="0" y="0"/>
            <a:ext cx="9144003" cy="5143501"/>
          </a:xfrm>
          <a:prstGeom prst="rect">
            <a:avLst/>
          </a:prstGeom>
        </p:spPr>
      </p:pic>
      <p:sp>
        <p:nvSpPr>
          <p:cNvPr id="263" name="Google Shape;263;p36"/>
          <p:cNvSpPr txBox="1">
            <a:spLocks noGrp="1"/>
          </p:cNvSpPr>
          <p:nvPr>
            <p:ph type="title"/>
          </p:nvPr>
        </p:nvSpPr>
        <p:spPr>
          <a:xfrm>
            <a:off x="1227119" y="3685304"/>
            <a:ext cx="2292900" cy="451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FLOW DIAGRAM</a:t>
            </a:r>
            <a:endParaRPr dirty="0"/>
          </a:p>
        </p:txBody>
      </p:sp>
      <p:sp>
        <p:nvSpPr>
          <p:cNvPr id="2" name="TextBox 1">
            <a:extLst>
              <a:ext uri="{FF2B5EF4-FFF2-40B4-BE49-F238E27FC236}">
                <a16:creationId xmlns:a16="http://schemas.microsoft.com/office/drawing/2014/main" id="{5EF612A9-7A0A-7B4F-A5DB-6A3D9B7C7A86}"/>
              </a:ext>
            </a:extLst>
          </p:cNvPr>
          <p:cNvSpPr txBox="1"/>
          <p:nvPr/>
        </p:nvSpPr>
        <p:spPr>
          <a:xfrm>
            <a:off x="1308410" y="3490333"/>
            <a:ext cx="511679" cy="584775"/>
          </a:xfrm>
          <a:prstGeom prst="rect">
            <a:avLst/>
          </a:prstGeom>
          <a:noFill/>
        </p:spPr>
        <p:txBody>
          <a:bodyPr wrap="none" rtlCol="0">
            <a:spAutoFit/>
          </a:bodyPr>
          <a:lstStyle/>
          <a:p>
            <a:r>
              <a:rPr lang="en-US" sz="3200" dirty="0">
                <a:latin typeface="VT323" panose="020B0604020202020204" charset="0"/>
              </a:rPr>
              <a:t>06</a:t>
            </a:r>
            <a:endParaRPr lang="en-IN" sz="3200" dirty="0">
              <a:latin typeface="VT323" panose="020B060402020202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6" name="Google Shape;246;p35"/>
          <p:cNvSpPr txBox="1">
            <a:spLocks noGrp="1"/>
          </p:cNvSpPr>
          <p:nvPr>
            <p:ph type="title" idx="15"/>
          </p:nvPr>
        </p:nvSpPr>
        <p:spPr>
          <a:xfrm>
            <a:off x="228600" y="329146"/>
            <a:ext cx="8686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COMPARISON STUDY</a:t>
            </a:r>
            <a:endParaRPr dirty="0"/>
          </a:p>
        </p:txBody>
      </p:sp>
      <p:sp>
        <p:nvSpPr>
          <p:cNvPr id="2" name="TextBox 1">
            <a:extLst>
              <a:ext uri="{FF2B5EF4-FFF2-40B4-BE49-F238E27FC236}">
                <a16:creationId xmlns:a16="http://schemas.microsoft.com/office/drawing/2014/main" id="{338E26F9-02BE-AAC2-2CA5-37209CEAE3F6}"/>
              </a:ext>
            </a:extLst>
          </p:cNvPr>
          <p:cNvSpPr txBox="1"/>
          <p:nvPr/>
        </p:nvSpPr>
        <p:spPr>
          <a:xfrm>
            <a:off x="63480" y="269449"/>
            <a:ext cx="511679" cy="584775"/>
          </a:xfrm>
          <a:prstGeom prst="rect">
            <a:avLst/>
          </a:prstGeom>
          <a:noFill/>
        </p:spPr>
        <p:txBody>
          <a:bodyPr wrap="none" rtlCol="0">
            <a:spAutoFit/>
          </a:bodyPr>
          <a:lstStyle/>
          <a:p>
            <a:r>
              <a:rPr lang="en-US" sz="3200" dirty="0">
                <a:latin typeface="VT323" panose="020B0604020202020204" charset="0"/>
              </a:rPr>
              <a:t>07</a:t>
            </a:r>
            <a:endParaRPr lang="en-IN" sz="3200" dirty="0">
              <a:latin typeface="VT323" panose="020B06040202020202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9"/>
          <p:cNvSpPr txBox="1">
            <a:spLocks noGrp="1"/>
          </p:cNvSpPr>
          <p:nvPr>
            <p:ph type="title" idx="19"/>
          </p:nvPr>
        </p:nvSpPr>
        <p:spPr>
          <a:xfrm>
            <a:off x="678180" y="3178624"/>
            <a:ext cx="8687100" cy="54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THANK YOU</a:t>
            </a:r>
            <a:endParaRPr dirty="0"/>
          </a:p>
        </p:txBody>
      </p:sp>
    </p:spTree>
  </p:cSld>
  <p:clrMapOvr>
    <a:masterClrMapping/>
  </p:clrMapOvr>
</p:sld>
</file>

<file path=ppt/theme/theme1.xml><?xml version="1.0" encoding="utf-8"?>
<a:theme xmlns:a="http://schemas.openxmlformats.org/drawingml/2006/main" name="Tech Trends 2026 by Slidesgo">
  <a:themeElements>
    <a:clrScheme name="Simple Light">
      <a:dk1>
        <a:srgbClr val="222222"/>
      </a:dk1>
      <a:lt1>
        <a:srgbClr val="F8F8F8"/>
      </a:lt1>
      <a:dk2>
        <a:srgbClr val="222222"/>
      </a:dk2>
      <a:lt2>
        <a:srgbClr val="222222"/>
      </a:lt2>
      <a:accent1>
        <a:srgbClr val="FFFFFF"/>
      </a:accent1>
      <a:accent2>
        <a:srgbClr val="FFFFFF"/>
      </a:accent2>
      <a:accent3>
        <a:srgbClr val="FFFFFF"/>
      </a:accent3>
      <a:accent4>
        <a:srgbClr val="FFFFFF"/>
      </a:accent4>
      <a:accent5>
        <a:srgbClr val="FFFFFF"/>
      </a:accent5>
      <a:accent6>
        <a:srgbClr val="FFFFFF"/>
      </a:accent6>
      <a:hlink>
        <a:srgbClr val="22222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603</Words>
  <Application>Microsoft Office PowerPoint</Application>
  <PresentationFormat>On-screen Show (16:9)</PresentationFormat>
  <Paragraphs>52</Paragraphs>
  <Slides>11</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Archivo</vt:lpstr>
      <vt:lpstr>Hanken Grotesk</vt:lpstr>
      <vt:lpstr>VT323</vt:lpstr>
      <vt:lpstr>Red Hat Mono</vt:lpstr>
      <vt:lpstr>Darker Grotesque SemiBold</vt:lpstr>
      <vt:lpstr>Arial</vt:lpstr>
      <vt:lpstr>Raleway</vt:lpstr>
      <vt:lpstr>Tech Trends 2026 by Slidesgo</vt:lpstr>
      <vt:lpstr>Face Recognition Based Attendance System  </vt:lpstr>
      <vt:lpstr>WHAT IS BIOMETRICS?</vt:lpstr>
      <vt:lpstr>LET’S HAVE A LOOK</vt:lpstr>
      <vt:lpstr>TYPES OF BIOMETRICS SYSTEMS</vt:lpstr>
      <vt:lpstr> PROJECT OVERVIEW</vt:lpstr>
      <vt:lpstr> PROBLEM STATEMENT</vt:lpstr>
      <vt:lpstr> PROJECT SCOPE</vt:lpstr>
      <vt:lpstr> MODULES + FEASIBILITY STUDY</vt:lpstr>
      <vt:lpstr>FLOW DIAGRAM</vt:lpstr>
      <vt:lpstr> COMPARISON STUDY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shyeni</dc:creator>
  <cp:lastModifiedBy>spandanvasava61@outlook.com</cp:lastModifiedBy>
  <cp:revision>2</cp:revision>
  <dcterms:modified xsi:type="dcterms:W3CDTF">2026-02-09T10:25:57Z</dcterms:modified>
</cp:coreProperties>
</file>